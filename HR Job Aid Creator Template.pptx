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4213" r:id="rId4"/>
  </p:sldMasterIdLst>
  <p:notesMasterIdLst>
    <p:notesMasterId r:id="rId13"/>
  </p:notesMasterIdLst>
  <p:sldIdLst>
    <p:sldId id="2147482385" r:id="rId5"/>
    <p:sldId id="275" r:id="rId6"/>
    <p:sldId id="295" r:id="rId7"/>
    <p:sldId id="259" r:id="rId8"/>
    <p:sldId id="2147482387" r:id="rId9"/>
    <p:sldId id="2147482393" r:id="rId10"/>
    <p:sldId id="2147482394" r:id="rId11"/>
    <p:sldId id="2147482386" r:id="rId12"/>
  </p:sldIdLst>
  <p:sldSz cx="7772400" cy="10058400"/>
  <p:notesSz cx="6858000" cy="9144000"/>
  <p:embeddedFontLst>
    <p:embeddedFont>
      <p:font typeface="CiscoSansTT" panose="020B0503020201020303" pitchFamily="34" charset="0"/>
      <p:regular r:id="rId14"/>
      <p:bold r:id="rId15"/>
      <p:italic r:id="rId16"/>
      <p:boldItalic r:id="rId17"/>
    </p:embeddedFont>
    <p:embeddedFont>
      <p:font typeface="CiscoSansTT ExtraLight" panose="020B0303020201020303" pitchFamily="34" charset="0"/>
      <p:regular r:id="rId18"/>
      <p:italic r:id="rId19"/>
    </p:embeddedFont>
    <p:embeddedFont>
      <p:font typeface="CiscoSansTT Light" panose="020B0503020201020303" pitchFamily="34" charset="0"/>
      <p:regular r:id="rId20"/>
      <p:italic r:id="rId21"/>
    </p:embeddedFont>
    <p:embeddedFont>
      <p:font typeface="Inter" panose="02000503000000020004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5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9119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867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8238" algn="l" defTabSz="60955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04779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657357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26691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4876475" algn="l" defTabSz="609559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FDBD30-E9A3-0DFD-3684-82A84E310E5F}" name="Matt Herring (maherrin)" initials="MH" userId="S::maherrin@cisco.com::1be6cf60-7523-478e-8fef-9ae6aa6a5741" providerId="AD"/>
  <p188:author id="{C002CDCA-16C3-D6BF-A358-46C36D509373}" name="Joni Millsap -X (jomillsa - THE SELECT GROUP LLC at Cisco)" initials="JC" userId="S::jomillsa@cisco.com::2f7c9089-065f-474a-9aac-9f70e67baced" providerId="AD"/>
  <p188:author id="{FCFB38D4-BB57-B98C-363E-4E909F33A74A}" name="Marquell Hunter (marqhunt)" initials="M(" userId="S::marqhunt@cisco.com::a29fd415-3450-40ac-8157-13dbfd04cab0" providerId="AD"/>
  <p188:author id="{5E74E5DA-BCC1-D366-3B94-E121E4E81B8A}" name="Drew Borresen -T (dborrese - KOVIM INC at Cisco)" initials="DB" userId="S::dborrese@cisco.com::b8770efc-b143-4ab1-8c15-bf80188d71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2E"/>
    <a:srgbClr val="D73E45"/>
    <a:srgbClr val="FFAABD"/>
    <a:srgbClr val="FFD755"/>
    <a:srgbClr val="B2B2B2"/>
    <a:srgbClr val="FF8600"/>
    <a:srgbClr val="FA0482"/>
    <a:srgbClr val="FF8501"/>
    <a:srgbClr val="FF017F"/>
    <a:srgbClr val="60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CDD1E3-DEBA-4F82-BD76-2D77592B28DE}" v="39" dt="2026-09-04T12:23:24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90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el Matan (ymatan)" userId="1bd32958-a025-4641-a3ca-7db943763f17" providerId="ADAL" clId="{B97B28FB-7759-45D0-A24B-C228532FDF16}"/>
    <pc:docChg chg="undo custSel addSld delSld modSld">
      <pc:chgData name="Yael Matan (ymatan)" userId="1bd32958-a025-4641-a3ca-7db943763f17" providerId="ADAL" clId="{B97B28FB-7759-45D0-A24B-C228532FDF16}" dt="2026-09-04T13:26:16.247" v="586" actId="14100"/>
      <pc:docMkLst>
        <pc:docMk/>
      </pc:docMkLst>
      <pc:sldChg chg="addSp delSp modSp mod">
        <pc:chgData name="Yael Matan (ymatan)" userId="1bd32958-a025-4641-a3ca-7db943763f17" providerId="ADAL" clId="{B97B28FB-7759-45D0-A24B-C228532FDF16}" dt="2026-09-04T12:23:31.645" v="582" actId="6549"/>
        <pc:sldMkLst>
          <pc:docMk/>
          <pc:sldMk cId="3849265574" sldId="259"/>
        </pc:sldMkLst>
        <pc:spChg chg="add mod">
          <ac:chgData name="Yael Matan (ymatan)" userId="1bd32958-a025-4641-a3ca-7db943763f17" providerId="ADAL" clId="{B97B28FB-7759-45D0-A24B-C228532FDF16}" dt="2026-09-03T11:21:17.593" v="436" actId="403"/>
          <ac:spMkLst>
            <pc:docMk/>
            <pc:sldMk cId="3849265574" sldId="259"/>
            <ac:spMk id="7" creationId="{F15E9A1D-3E51-3912-65A1-48AAF8D5E529}"/>
          </ac:spMkLst>
        </pc:spChg>
        <pc:spChg chg="add mod">
          <ac:chgData name="Yael Matan (ymatan)" userId="1bd32958-a025-4641-a3ca-7db943763f17" providerId="ADAL" clId="{B97B28FB-7759-45D0-A24B-C228532FDF16}" dt="2026-09-04T12:23:27.325" v="569" actId="20577"/>
          <ac:spMkLst>
            <pc:docMk/>
            <pc:sldMk cId="3849265574" sldId="259"/>
            <ac:spMk id="8" creationId="{DCEC3190-6B2B-0D10-94E1-BBC247CE4BCB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62" creationId="{50E8AF73-5977-0E98-E275-9BA900513727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65" creationId="{86BDAF23-10ED-292F-EE0A-9220B283CD54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96" creationId="{190BB598-0B7F-F72F-0BDB-3F072993A6D3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02" creationId="{8670C28C-7FE3-11DE-3763-262FEBC8FF46}"/>
          </ac:spMkLst>
        </pc:spChg>
        <pc:spChg chg="del mod">
          <ac:chgData name="Yael Matan (ymatan)" userId="1bd32958-a025-4641-a3ca-7db943763f17" providerId="ADAL" clId="{B97B28FB-7759-45D0-A24B-C228532FDF16}" dt="2026-09-03T11:20:43.859" v="428" actId="478"/>
          <ac:spMkLst>
            <pc:docMk/>
            <pc:sldMk cId="3849265574" sldId="259"/>
            <ac:spMk id="139" creationId="{0CCA494C-6F22-5D82-B9C3-9B7A0F0B1E15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56" creationId="{4A4052A2-248E-888C-7CB5-072569EBD3EE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61" creationId="{ED3404ED-3AC9-30F7-6CEB-38F3167658D0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63" creationId="{6B97BD84-D05A-6D65-8E4C-E801D712E82B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64" creationId="{8CA3501E-7DE5-66EB-0C3F-B2B5D8A62694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76" creationId="{1C9AD329-7688-B546-A7C2-7CE0C7642184}"/>
          </ac:spMkLst>
        </pc:spChg>
        <pc:spChg chg="mod">
          <ac:chgData name="Yael Matan (ymatan)" userId="1bd32958-a025-4641-a3ca-7db943763f17" providerId="ADAL" clId="{B97B28FB-7759-45D0-A24B-C228532FDF16}" dt="2026-09-03T11:19:11.379" v="425" actId="2711"/>
          <ac:spMkLst>
            <pc:docMk/>
            <pc:sldMk cId="3849265574" sldId="259"/>
            <ac:spMk id="179" creationId="{F14A94E0-9796-436A-12AB-C2CE64384E82}"/>
          </ac:spMkLst>
        </pc:spChg>
        <pc:spChg chg="mod">
          <ac:chgData name="Yael Matan (ymatan)" userId="1bd32958-a025-4641-a3ca-7db943763f17" providerId="ADAL" clId="{B97B28FB-7759-45D0-A24B-C228532FDF16}" dt="2026-09-04T12:23:31.645" v="582" actId="6549"/>
          <ac:spMkLst>
            <pc:docMk/>
            <pc:sldMk cId="3849265574" sldId="259"/>
            <ac:spMk id="224" creationId="{241BA4E3-E11D-12E5-F0EE-2AD2EE3D15B2}"/>
          </ac:spMkLst>
        </pc:spChg>
        <pc:spChg chg="mod">
          <ac:chgData name="Yael Matan (ymatan)" userId="1bd32958-a025-4641-a3ca-7db943763f17" providerId="ADAL" clId="{B97B28FB-7759-45D0-A24B-C228532FDF16}" dt="2026-09-03T11:06:43.699" v="18"/>
          <ac:spMkLst>
            <pc:docMk/>
            <pc:sldMk cId="3849265574" sldId="259"/>
            <ac:spMk id="226" creationId="{378EAC3E-F632-5F6D-A6A1-97BC59B9C33A}"/>
          </ac:spMkLst>
        </pc:spChg>
      </pc:sldChg>
      <pc:sldChg chg="addSp delSp modSp mod">
        <pc:chgData name="Yael Matan (ymatan)" userId="1bd32958-a025-4641-a3ca-7db943763f17" providerId="ADAL" clId="{B97B28FB-7759-45D0-A24B-C228532FDF16}" dt="2026-09-03T11:42:58.272" v="557" actId="2711"/>
        <pc:sldMkLst>
          <pc:docMk/>
          <pc:sldMk cId="3217572948" sldId="275"/>
        </pc:sldMkLst>
        <pc:spChg chg="mod">
          <ac:chgData name="Yael Matan (ymatan)" userId="1bd32958-a025-4641-a3ca-7db943763f17" providerId="ADAL" clId="{B97B28FB-7759-45D0-A24B-C228532FDF16}" dt="2026-09-03T11:42:49.125" v="556" actId="2711"/>
          <ac:spMkLst>
            <pc:docMk/>
            <pc:sldMk cId="3217572948" sldId="275"/>
            <ac:spMk id="4" creationId="{255167FC-A28B-6045-5FC0-D5E118E293C8}"/>
          </ac:spMkLst>
        </pc:spChg>
        <pc:spChg chg="add del mod">
          <ac:chgData name="Yael Matan (ymatan)" userId="1bd32958-a025-4641-a3ca-7db943763f17" providerId="ADAL" clId="{B97B28FB-7759-45D0-A24B-C228532FDF16}" dt="2026-09-03T11:12:02.993" v="177" actId="478"/>
          <ac:spMkLst>
            <pc:docMk/>
            <pc:sldMk cId="3217572948" sldId="275"/>
            <ac:spMk id="6" creationId="{374E8136-2AFE-C5B7-6870-F191139F0F90}"/>
          </ac:spMkLst>
        </pc:spChg>
        <pc:spChg chg="add del mod">
          <ac:chgData name="Yael Matan (ymatan)" userId="1bd32958-a025-4641-a3ca-7db943763f17" providerId="ADAL" clId="{B97B28FB-7759-45D0-A24B-C228532FDF16}" dt="2026-09-03T11:12:02.993" v="177" actId="478"/>
          <ac:spMkLst>
            <pc:docMk/>
            <pc:sldMk cId="3217572948" sldId="275"/>
            <ac:spMk id="8" creationId="{849DECEB-14D6-8E7D-EC26-5B522B66E441}"/>
          </ac:spMkLst>
        </pc:spChg>
        <pc:spChg chg="add mod topLvl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11" creationId="{78C36435-69CB-F04E-75C1-263D5DE1E15C}"/>
          </ac:spMkLst>
        </pc:spChg>
        <pc:spChg chg="add mod topLvl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14" creationId="{5A2256FB-F322-7C40-4C1A-21691C05A03E}"/>
          </ac:spMkLst>
        </pc:spChg>
        <pc:spChg chg="add mod topLvl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16" creationId="{A062FA59-9530-FEF9-3149-A8C07475E046}"/>
          </ac:spMkLst>
        </pc:spChg>
        <pc:spChg chg="add mod topLvl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18" creationId="{9E477E0F-924D-4196-CA32-12D45FD0F3BF}"/>
          </ac:spMkLst>
        </pc:spChg>
        <pc:spChg chg="mod">
          <ac:chgData name="Yael Matan (ymatan)" userId="1bd32958-a025-4641-a3ca-7db943763f17" providerId="ADAL" clId="{B97B28FB-7759-45D0-A24B-C228532FDF16}" dt="2026-09-03T11:06:36.034" v="16" actId="20577"/>
          <ac:spMkLst>
            <pc:docMk/>
            <pc:sldMk cId="3217572948" sldId="275"/>
            <ac:spMk id="21" creationId="{B239122B-E48E-A4D3-8A9A-F7B4E2CB73F2}"/>
          </ac:spMkLst>
        </pc:spChg>
        <pc:spChg chg="mod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86" creationId="{41987270-2C12-6A2A-F3E9-3E57D4577732}"/>
          </ac:spMkLst>
        </pc:spChg>
        <pc:spChg chg="mod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87" creationId="{CBE5EB84-656F-B540-0DAD-F15CF665DCBC}"/>
          </ac:spMkLst>
        </pc:spChg>
        <pc:spChg chg="del">
          <ac:chgData name="Yael Matan (ymatan)" userId="1bd32958-a025-4641-a3ca-7db943763f17" providerId="ADAL" clId="{B97B28FB-7759-45D0-A24B-C228532FDF16}" dt="2026-09-03T11:11:17.049" v="167" actId="478"/>
          <ac:spMkLst>
            <pc:docMk/>
            <pc:sldMk cId="3217572948" sldId="275"/>
            <ac:spMk id="88" creationId="{D5203DCE-150A-022B-BDB9-CDCE88B111F1}"/>
          </ac:spMkLst>
        </pc:spChg>
        <pc:spChg chg="mod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89" creationId="{2662CF64-50C5-B13D-E299-4B3F2A37AC26}"/>
          </ac:spMkLst>
        </pc:spChg>
        <pc:spChg chg="del">
          <ac:chgData name="Yael Matan (ymatan)" userId="1bd32958-a025-4641-a3ca-7db943763f17" providerId="ADAL" clId="{B97B28FB-7759-45D0-A24B-C228532FDF16}" dt="2026-09-03T11:11:17.049" v="167" actId="478"/>
          <ac:spMkLst>
            <pc:docMk/>
            <pc:sldMk cId="3217572948" sldId="275"/>
            <ac:spMk id="90" creationId="{C8C9C955-DFD2-95A7-78AB-8BE16208D5E9}"/>
          </ac:spMkLst>
        </pc:spChg>
        <pc:spChg chg="mod">
          <ac:chgData name="Yael Matan (ymatan)" userId="1bd32958-a025-4641-a3ca-7db943763f17" providerId="ADAL" clId="{B97B28FB-7759-45D0-A24B-C228532FDF16}" dt="2026-09-03T11:42:58.272" v="557" actId="2711"/>
          <ac:spMkLst>
            <pc:docMk/>
            <pc:sldMk cId="3217572948" sldId="275"/>
            <ac:spMk id="91" creationId="{3C5E24BC-5739-A9E6-E2C1-713D9E506A74}"/>
          </ac:spMkLst>
        </pc:spChg>
        <pc:grpChg chg="add del mod">
          <ac:chgData name="Yael Matan (ymatan)" userId="1bd32958-a025-4641-a3ca-7db943763f17" providerId="ADAL" clId="{B97B28FB-7759-45D0-A24B-C228532FDF16}" dt="2026-09-03T11:13:17.429" v="272" actId="165"/>
          <ac:grpSpMkLst>
            <pc:docMk/>
            <pc:sldMk cId="3217572948" sldId="275"/>
            <ac:grpSpMk id="19" creationId="{9D4419BC-653D-EF1E-35D9-A15E72D0AA1A}"/>
          </ac:grpSpMkLst>
        </pc:grpChg>
        <pc:grpChg chg="add del mod">
          <ac:chgData name="Yael Matan (ymatan)" userId="1bd32958-a025-4641-a3ca-7db943763f17" providerId="ADAL" clId="{B97B28FB-7759-45D0-A24B-C228532FDF16}" dt="2026-09-03T11:13:08.659" v="270" actId="165"/>
          <ac:grpSpMkLst>
            <pc:docMk/>
            <pc:sldMk cId="3217572948" sldId="275"/>
            <ac:grpSpMk id="20" creationId="{83545776-68A9-15B2-CE68-27D10DAD8495}"/>
          </ac:grpSpMkLst>
        </pc:grpChg>
      </pc:sldChg>
      <pc:sldChg chg="addSp delSp modSp mod">
        <pc:chgData name="Yael Matan (ymatan)" userId="1bd32958-a025-4641-a3ca-7db943763f17" providerId="ADAL" clId="{B97B28FB-7759-45D0-A24B-C228532FDF16}" dt="2026-09-04T13:26:16.247" v="586" actId="14100"/>
        <pc:sldMkLst>
          <pc:docMk/>
          <pc:sldMk cId="2699972526" sldId="295"/>
        </pc:sldMkLst>
        <pc:spChg chg="add mod topLvl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2" creationId="{66345011-7FA7-06B1-C876-3EE5A1CDD737}"/>
          </ac:spMkLst>
        </pc:spChg>
        <pc:spChg chg="add mod topLvl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4" creationId="{AFCEAF4B-5752-D239-EFBA-A9BFBFE5EDAE}"/>
          </ac:spMkLst>
        </pc:spChg>
        <pc:spChg chg="add mod topLvl">
          <ac:chgData name="Yael Matan (ymatan)" userId="1bd32958-a025-4641-a3ca-7db943763f17" providerId="ADAL" clId="{B97B28FB-7759-45D0-A24B-C228532FDF16}" dt="2026-09-04T13:26:16.247" v="586" actId="14100"/>
          <ac:spMkLst>
            <pc:docMk/>
            <pc:sldMk cId="2699972526" sldId="295"/>
            <ac:spMk id="5" creationId="{BB1A0504-8CB6-15B3-97A0-16BED935604F}"/>
          </ac:spMkLst>
        </pc:spChg>
        <pc:spChg chg="mod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14" creationId="{213BF7FF-E409-2346-859A-ECFEC72A9C69}"/>
          </ac:spMkLst>
        </pc:spChg>
        <pc:spChg chg="mod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47" creationId="{FC453413-052B-35A4-7963-49FEA2E9BA16}"/>
          </ac:spMkLst>
        </pc:spChg>
        <pc:spChg chg="mod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48" creationId="{E212064D-9909-6A62-B324-15FE6047A87A}"/>
          </ac:spMkLst>
        </pc:spChg>
        <pc:spChg chg="mod">
          <ac:chgData name="Yael Matan (ymatan)" userId="1bd32958-a025-4641-a3ca-7db943763f17" providerId="ADAL" clId="{B97B28FB-7759-45D0-A24B-C228532FDF16}" dt="2026-09-03T11:12:47.779" v="268" actId="404"/>
          <ac:spMkLst>
            <pc:docMk/>
            <pc:sldMk cId="2699972526" sldId="295"/>
            <ac:spMk id="49" creationId="{6C7FD204-8D46-61E0-D3A6-353F7BC756A7}"/>
          </ac:spMkLst>
        </pc:spChg>
        <pc:spChg chg="mod">
          <ac:chgData name="Yael Matan (ymatan)" userId="1bd32958-a025-4641-a3ca-7db943763f17" providerId="ADAL" clId="{B97B28FB-7759-45D0-A24B-C228532FDF16}" dt="2026-09-03T11:14:13.734" v="308" actId="948"/>
          <ac:spMkLst>
            <pc:docMk/>
            <pc:sldMk cId="2699972526" sldId="295"/>
            <ac:spMk id="79" creationId="{69E20560-418E-7573-5670-3F34FA48D512}"/>
          </ac:spMkLst>
        </pc:spChg>
        <pc:spChg chg="mod topLvl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104" creationId="{C18D3AD1-51B9-69A3-0EAB-8FC3E4ADB768}"/>
          </ac:spMkLst>
        </pc:spChg>
        <pc:spChg chg="del">
          <ac:chgData name="Yael Matan (ymatan)" userId="1bd32958-a025-4641-a3ca-7db943763f17" providerId="ADAL" clId="{B97B28FB-7759-45D0-A24B-C228532FDF16}" dt="2026-09-03T11:09:54.825" v="109" actId="478"/>
          <ac:spMkLst>
            <pc:docMk/>
            <pc:sldMk cId="2699972526" sldId="295"/>
            <ac:spMk id="108" creationId="{DB7E33ED-2CD8-AEC6-8780-F497CC875316}"/>
          </ac:spMkLst>
        </pc:spChg>
        <pc:spChg chg="mod topLvl">
          <ac:chgData name="Yael Matan (ymatan)" userId="1bd32958-a025-4641-a3ca-7db943763f17" providerId="ADAL" clId="{B97B28FB-7759-45D0-A24B-C228532FDF16}" dt="2026-09-03T11:12:41.370" v="267" actId="2711"/>
          <ac:spMkLst>
            <pc:docMk/>
            <pc:sldMk cId="2699972526" sldId="295"/>
            <ac:spMk id="111" creationId="{9AF4B4B5-47E6-8D42-726C-127608C45FA1}"/>
          </ac:spMkLst>
        </pc:spChg>
        <pc:spChg chg="mod topLvl">
          <ac:chgData name="Yael Matan (ymatan)" userId="1bd32958-a025-4641-a3ca-7db943763f17" providerId="ADAL" clId="{B97B28FB-7759-45D0-A24B-C228532FDF16}" dt="2026-09-04T13:26:09.504" v="585" actId="404"/>
          <ac:spMkLst>
            <pc:docMk/>
            <pc:sldMk cId="2699972526" sldId="295"/>
            <ac:spMk id="112" creationId="{16C0A977-F77F-A106-9C0B-051B4E7D077C}"/>
          </ac:spMkLst>
        </pc:spChg>
        <pc:spChg chg="del">
          <ac:chgData name="Yael Matan (ymatan)" userId="1bd32958-a025-4641-a3ca-7db943763f17" providerId="ADAL" clId="{B97B28FB-7759-45D0-A24B-C228532FDF16}" dt="2026-09-03T11:09:53.277" v="108" actId="478"/>
          <ac:spMkLst>
            <pc:docMk/>
            <pc:sldMk cId="2699972526" sldId="295"/>
            <ac:spMk id="115" creationId="{E31C9F59-3B89-B74F-232F-10BE9B94244C}"/>
          </ac:spMkLst>
        </pc:spChg>
        <pc:spChg chg="del">
          <ac:chgData name="Yael Matan (ymatan)" userId="1bd32958-a025-4641-a3ca-7db943763f17" providerId="ADAL" clId="{B97B28FB-7759-45D0-A24B-C228532FDF16}" dt="2026-09-03T11:09:53.277" v="108" actId="478"/>
          <ac:spMkLst>
            <pc:docMk/>
            <pc:sldMk cId="2699972526" sldId="295"/>
            <ac:spMk id="116" creationId="{CD6470E3-AD5C-4D7C-A12A-21365B22EB74}"/>
          </ac:spMkLst>
        </pc:spChg>
        <pc:spChg chg="mod">
          <ac:chgData name="Yael Matan (ymatan)" userId="1bd32958-a025-4641-a3ca-7db943763f17" providerId="ADAL" clId="{B97B28FB-7759-45D0-A24B-C228532FDF16}" dt="2026-09-03T11:06:40.919" v="17"/>
          <ac:spMkLst>
            <pc:docMk/>
            <pc:sldMk cId="2699972526" sldId="295"/>
            <ac:spMk id="122" creationId="{4948FF43-8DFD-F87E-6BB7-324D2FB0E0D8}"/>
          </ac:spMkLst>
        </pc:spChg>
        <pc:grpChg chg="add del mod">
          <ac:chgData name="Yael Matan (ymatan)" userId="1bd32958-a025-4641-a3ca-7db943763f17" providerId="ADAL" clId="{B97B28FB-7759-45D0-A24B-C228532FDF16}" dt="2026-09-03T11:10:23.944" v="114" actId="165"/>
          <ac:grpSpMkLst>
            <pc:docMk/>
            <pc:sldMk cId="2699972526" sldId="295"/>
            <ac:grpSpMk id="9" creationId="{9114130E-AA4A-6656-3F44-CD3779D2429B}"/>
          </ac:grpSpMkLst>
        </pc:grpChg>
        <pc:cxnChg chg="add mod topLvl">
          <ac:chgData name="Yael Matan (ymatan)" userId="1bd32958-a025-4641-a3ca-7db943763f17" providerId="ADAL" clId="{B97B28FB-7759-45D0-A24B-C228532FDF16}" dt="2026-09-03T11:10:23.944" v="114" actId="165"/>
          <ac:cxnSpMkLst>
            <pc:docMk/>
            <pc:sldMk cId="2699972526" sldId="295"/>
            <ac:cxnSpMk id="8" creationId="{F6E9ADD6-A798-258D-CCFD-1A81195D38DB}"/>
          </ac:cxnSpMkLst>
        </pc:cxnChg>
        <pc:cxnChg chg="mod">
          <ac:chgData name="Yael Matan (ymatan)" userId="1bd32958-a025-4641-a3ca-7db943763f17" providerId="ADAL" clId="{B97B28FB-7759-45D0-A24B-C228532FDF16}" dt="2026-09-03T11:10:16.100" v="113" actId="12789"/>
          <ac:cxnSpMkLst>
            <pc:docMk/>
            <pc:sldMk cId="2699972526" sldId="295"/>
            <ac:cxnSpMk id="78" creationId="{96552B16-A4DC-AA50-9560-F51B761CC1A8}"/>
          </ac:cxnSpMkLst>
        </pc:cxnChg>
        <pc:cxnChg chg="mod topLvl">
          <ac:chgData name="Yael Matan (ymatan)" userId="1bd32958-a025-4641-a3ca-7db943763f17" providerId="ADAL" clId="{B97B28FB-7759-45D0-A24B-C228532FDF16}" dt="2026-09-03T11:10:23.944" v="114" actId="165"/>
          <ac:cxnSpMkLst>
            <pc:docMk/>
            <pc:sldMk cId="2699972526" sldId="295"/>
            <ac:cxnSpMk id="113" creationId="{554072D3-6132-D8ED-C0D8-D0423D3AFD4D}"/>
          </ac:cxnSpMkLst>
        </pc:cxnChg>
        <pc:cxnChg chg="del">
          <ac:chgData name="Yael Matan (ymatan)" userId="1bd32958-a025-4641-a3ca-7db943763f17" providerId="ADAL" clId="{B97B28FB-7759-45D0-A24B-C228532FDF16}" dt="2026-09-03T11:09:53.277" v="108" actId="478"/>
          <ac:cxnSpMkLst>
            <pc:docMk/>
            <pc:sldMk cId="2699972526" sldId="295"/>
            <ac:cxnSpMk id="117" creationId="{C952C110-2A99-B98D-6C02-426A5C930DFD}"/>
          </ac:cxnSpMkLst>
        </pc:cxnChg>
      </pc:sldChg>
      <pc:sldChg chg="modSp mod">
        <pc:chgData name="Yael Matan (ymatan)" userId="1bd32958-a025-4641-a3ca-7db943763f17" providerId="ADAL" clId="{B97B28FB-7759-45D0-A24B-C228532FDF16}" dt="2026-09-03T11:13:31.606" v="274" actId="403"/>
        <pc:sldMkLst>
          <pc:docMk/>
          <pc:sldMk cId="1893453992" sldId="2147482385"/>
        </pc:sldMkLst>
        <pc:spChg chg="mod">
          <ac:chgData name="Yael Matan (ymatan)" userId="1bd32958-a025-4641-a3ca-7db943763f17" providerId="ADAL" clId="{B97B28FB-7759-45D0-A24B-C228532FDF16}" dt="2026-09-03T11:06:12.483" v="8" actId="20577"/>
          <ac:spMkLst>
            <pc:docMk/>
            <pc:sldMk cId="1893453992" sldId="2147482385"/>
            <ac:spMk id="7" creationId="{09410C9E-97AA-4D31-9AA8-F07A8017EBD2}"/>
          </ac:spMkLst>
        </pc:spChg>
        <pc:spChg chg="mod">
          <ac:chgData name="Yael Matan (ymatan)" userId="1bd32958-a025-4641-a3ca-7db943763f17" providerId="ADAL" clId="{B97B28FB-7759-45D0-A24B-C228532FDF16}" dt="2026-09-03T11:13:31.606" v="274" actId="403"/>
          <ac:spMkLst>
            <pc:docMk/>
            <pc:sldMk cId="1893453992" sldId="2147482385"/>
            <ac:spMk id="25" creationId="{55A75835-5A67-698C-AA0B-62387C605D54}"/>
          </ac:spMkLst>
        </pc:spChg>
      </pc:sldChg>
      <pc:sldChg chg="addSp delSp modSp mod">
        <pc:chgData name="Yael Matan (ymatan)" userId="1bd32958-a025-4641-a3ca-7db943763f17" providerId="ADAL" clId="{B97B28FB-7759-45D0-A24B-C228532FDF16}" dt="2026-09-04T12:23:01.746" v="560" actId="404"/>
        <pc:sldMkLst>
          <pc:docMk/>
          <pc:sldMk cId="0" sldId="2147482387"/>
        </pc:sldMkLst>
        <pc:spChg chg="mod">
          <ac:chgData name="Yael Matan (ymatan)" userId="1bd32958-a025-4641-a3ca-7db943763f17" providerId="ADAL" clId="{B97B28FB-7759-45D0-A24B-C228532FDF16}" dt="2026-09-03T11:21:11.729" v="434" actId="2711"/>
          <ac:spMkLst>
            <pc:docMk/>
            <pc:sldMk cId="0" sldId="2147482387"/>
            <ac:spMk id="2" creationId="{5A462C36-9DF1-BEC1-2DED-9E1CA95B312F}"/>
          </ac:spMkLst>
        </pc:spChg>
        <pc:spChg chg="del">
          <ac:chgData name="Yael Matan (ymatan)" userId="1bd32958-a025-4641-a3ca-7db943763f17" providerId="ADAL" clId="{B97B28FB-7759-45D0-A24B-C228532FDF16}" dt="2026-09-03T11:18:10.489" v="416" actId="478"/>
          <ac:spMkLst>
            <pc:docMk/>
            <pc:sldMk cId="0" sldId="2147482387"/>
            <ac:spMk id="3" creationId="{202E88C8-DD36-1BDF-D4E5-B0D99FA867E9}"/>
          </ac:spMkLst>
        </pc:spChg>
        <pc:spChg chg="add mod">
          <ac:chgData name="Yael Matan (ymatan)" userId="1bd32958-a025-4641-a3ca-7db943763f17" providerId="ADAL" clId="{B97B28FB-7759-45D0-A24B-C228532FDF16}" dt="2026-09-04T12:23:01.746" v="560" actId="404"/>
          <ac:spMkLst>
            <pc:docMk/>
            <pc:sldMk cId="0" sldId="2147482387"/>
            <ac:spMk id="4" creationId="{E1BBE266-98AF-B8D5-5A29-DC6A87A973D8}"/>
          </ac:spMkLst>
        </pc:spChg>
        <pc:spChg chg="del">
          <ac:chgData name="Yael Matan (ymatan)" userId="1bd32958-a025-4641-a3ca-7db943763f17" providerId="ADAL" clId="{B97B28FB-7759-45D0-A24B-C228532FDF16}" dt="2026-09-03T11:17:56.651" v="411" actId="478"/>
          <ac:spMkLst>
            <pc:docMk/>
            <pc:sldMk cId="0" sldId="2147482387"/>
            <ac:spMk id="4" creationId="{F3005FF4-F32C-F40C-6257-CEE26E9B8BA2}"/>
          </ac:spMkLst>
        </pc:spChg>
        <pc:spChg chg="add del mod">
          <ac:chgData name="Yael Matan (ymatan)" userId="1bd32958-a025-4641-a3ca-7db943763f17" providerId="ADAL" clId="{B97B28FB-7759-45D0-A24B-C228532FDF16}" dt="2026-09-03T11:18:10.489" v="416" actId="478"/>
          <ac:spMkLst>
            <pc:docMk/>
            <pc:sldMk cId="0" sldId="2147482387"/>
            <ac:spMk id="6" creationId="{9F7E7AF2-9D83-C10B-BEF3-258A22BE6E09}"/>
          </ac:spMkLst>
        </pc:spChg>
        <pc:spChg chg="del">
          <ac:chgData name="Yael Matan (ymatan)" userId="1bd32958-a025-4641-a3ca-7db943763f17" providerId="ADAL" clId="{B97B28FB-7759-45D0-A24B-C228532FDF16}" dt="2026-09-03T11:14:29.674" v="311" actId="478"/>
          <ac:spMkLst>
            <pc:docMk/>
            <pc:sldMk cId="0" sldId="2147482387"/>
            <ac:spMk id="10" creationId="{A0EC23AA-E879-9BE8-2C03-65413F8E168A}"/>
          </ac:spMkLst>
        </pc:spChg>
        <pc:spChg chg="mod">
          <ac:chgData name="Yael Matan (ymatan)" userId="1bd32958-a025-4641-a3ca-7db943763f17" providerId="ADAL" clId="{B97B28FB-7759-45D0-A24B-C228532FDF16}" dt="2026-09-03T11:06:47.091" v="19"/>
          <ac:spMkLst>
            <pc:docMk/>
            <pc:sldMk cId="0" sldId="2147482387"/>
            <ac:spMk id="12" creationId="{D82D77DC-5E83-6C86-6C87-11B52BF673F8}"/>
          </ac:spMkLst>
        </pc:spChg>
        <pc:spChg chg="mod topLvl">
          <ac:chgData name="Yael Matan (ymatan)" userId="1bd32958-a025-4641-a3ca-7db943763f17" providerId="ADAL" clId="{B97B28FB-7759-45D0-A24B-C228532FDF16}" dt="2026-09-03T11:15:23.309" v="371" actId="165"/>
          <ac:spMkLst>
            <pc:docMk/>
            <pc:sldMk cId="0" sldId="2147482387"/>
            <ac:spMk id="13" creationId="{F3AAD490-A29A-DA9F-5D85-9DA7D11343BA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14" creationId="{85BECB02-5AA9-B3F8-1821-5372473EF133}"/>
          </ac:spMkLst>
        </pc:spChg>
        <pc:spChg chg="mod topLvl">
          <ac:chgData name="Yael Matan (ymatan)" userId="1bd32958-a025-4641-a3ca-7db943763f17" providerId="ADAL" clId="{B97B28FB-7759-45D0-A24B-C228532FDF16}" dt="2026-09-03T11:15:23.309" v="371" actId="165"/>
          <ac:spMkLst>
            <pc:docMk/>
            <pc:sldMk cId="0" sldId="2147482387"/>
            <ac:spMk id="15" creationId="{CC301868-F723-DE20-D84C-3FD8C76E1944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16" creationId="{9D234186-B5C6-0BF0-80DF-C4D78F476A80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17" creationId="{7B50875F-EF6A-C90B-6058-6FC01A82565D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18" creationId="{9B7277A7-092C-94BA-F04C-934AA2720929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19" creationId="{D35AD76C-33B2-B888-F3CA-0F1E25C2E1C9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20" creationId="{FDAC5987-15E0-FC90-875A-BD805C513C04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21" creationId="{9CE58BE2-B846-5655-C4B5-0FC50E10ADE5}"/>
          </ac:spMkLst>
        </pc:spChg>
        <pc:spChg chg="add del">
          <ac:chgData name="Yael Matan (ymatan)" userId="1bd32958-a025-4641-a3ca-7db943763f17" providerId="ADAL" clId="{B97B28FB-7759-45D0-A24B-C228532FDF16}" dt="2026-09-03T11:16:08.934" v="374" actId="478"/>
          <ac:spMkLst>
            <pc:docMk/>
            <pc:sldMk cId="0" sldId="2147482387"/>
            <ac:spMk id="25" creationId="{0F0D9702-C432-7796-3BB1-8D587C0FA5D0}"/>
          </ac:spMkLst>
        </pc:spChg>
        <pc:spChg chg="add ord">
          <ac:chgData name="Yael Matan (ymatan)" userId="1bd32958-a025-4641-a3ca-7db943763f17" providerId="ADAL" clId="{B97B28FB-7759-45D0-A24B-C228532FDF16}" dt="2026-09-03T11:18:00.089" v="413" actId="167"/>
          <ac:spMkLst>
            <pc:docMk/>
            <pc:sldMk cId="0" sldId="2147482387"/>
            <ac:spMk id="27" creationId="{93DC1B59-876A-B538-6BA8-9599110D6B5B}"/>
          </ac:spMkLst>
        </pc:spChg>
        <pc:spChg chg="mod">
          <ac:chgData name="Yael Matan (ymatan)" userId="1bd32958-a025-4641-a3ca-7db943763f17" providerId="ADAL" clId="{B97B28FB-7759-45D0-A24B-C228532FDF16}" dt="2026-09-03T11:15:18.048" v="370" actId="2711"/>
          <ac:spMkLst>
            <pc:docMk/>
            <pc:sldMk cId="0" sldId="2147482387"/>
            <ac:spMk id="31" creationId="{5146772E-4F2C-7F54-DC1C-2B41F72EA81F}"/>
          </ac:spMkLst>
        </pc:spChg>
        <pc:spChg chg="add">
          <ac:chgData name="Yael Matan (ymatan)" userId="1bd32958-a025-4641-a3ca-7db943763f17" providerId="ADAL" clId="{B97B28FB-7759-45D0-A24B-C228532FDF16}" dt="2026-09-03T11:18:10.734" v="417" actId="22"/>
          <ac:spMkLst>
            <pc:docMk/>
            <pc:sldMk cId="0" sldId="2147482387"/>
            <ac:spMk id="32" creationId="{AE187AF3-93F5-74FD-3E76-C860FFDFCA37}"/>
          </ac:spMkLst>
        </pc:spChg>
        <pc:spChg chg="add mod">
          <ac:chgData name="Yael Matan (ymatan)" userId="1bd32958-a025-4641-a3ca-7db943763f17" providerId="ADAL" clId="{B97B28FB-7759-45D0-A24B-C228532FDF16}" dt="2026-09-03T11:39:44.325" v="476" actId="2711"/>
          <ac:spMkLst>
            <pc:docMk/>
            <pc:sldMk cId="0" sldId="2147482387"/>
            <ac:spMk id="36" creationId="{5C8C4E89-34D1-5D2A-5D52-EB30372219D9}"/>
          </ac:spMkLst>
        </pc:spChg>
        <pc:spChg chg="mod">
          <ac:chgData name="Yael Matan (ymatan)" userId="1bd32958-a025-4641-a3ca-7db943763f17" providerId="ADAL" clId="{B97B28FB-7759-45D0-A24B-C228532FDF16}" dt="2026-09-03T11:39:34.585" v="475" actId="2711"/>
          <ac:spMkLst>
            <pc:docMk/>
            <pc:sldMk cId="0" sldId="2147482387"/>
            <ac:spMk id="129" creationId="{B9302463-382E-0C37-278C-F7118A0F06F2}"/>
          </ac:spMkLst>
        </pc:spChg>
        <pc:grpChg chg="del">
          <ac:chgData name="Yael Matan (ymatan)" userId="1bd32958-a025-4641-a3ca-7db943763f17" providerId="ADAL" clId="{B97B28FB-7759-45D0-A24B-C228532FDF16}" dt="2026-09-03T11:15:23.309" v="371" actId="165"/>
          <ac:grpSpMkLst>
            <pc:docMk/>
            <pc:sldMk cId="0" sldId="2147482387"/>
            <ac:grpSpMk id="45" creationId="{53F58415-3E0B-7085-5879-5AF36AD6E5D4}"/>
          </ac:grpSpMkLst>
        </pc:grpChg>
        <pc:picChg chg="del">
          <ac:chgData name="Yael Matan (ymatan)" userId="1bd32958-a025-4641-a3ca-7db943763f17" providerId="ADAL" clId="{B97B28FB-7759-45D0-A24B-C228532FDF16}" dt="2026-09-03T11:14:25.052" v="309" actId="478"/>
          <ac:picMkLst>
            <pc:docMk/>
            <pc:sldMk cId="0" sldId="2147482387"/>
            <ac:picMk id="1027" creationId="{00000000-0000-0000-0000-000000000000}"/>
          </ac:picMkLst>
        </pc:picChg>
        <pc:picChg chg="del">
          <ac:chgData name="Yael Matan (ymatan)" userId="1bd32958-a025-4641-a3ca-7db943763f17" providerId="ADAL" clId="{B97B28FB-7759-45D0-A24B-C228532FDF16}" dt="2026-09-03T11:14:25.730" v="310" actId="478"/>
          <ac:picMkLst>
            <pc:docMk/>
            <pc:sldMk cId="0" sldId="2147482387"/>
            <ac:picMk id="1028" creationId="{00000000-0000-0000-0000-000000000000}"/>
          </ac:picMkLst>
        </pc:picChg>
        <pc:picChg chg="del">
          <ac:chgData name="Yael Matan (ymatan)" userId="1bd32958-a025-4641-a3ca-7db943763f17" providerId="ADAL" clId="{B97B28FB-7759-45D0-A24B-C228532FDF16}" dt="2026-09-03T11:14:30.703" v="312" actId="478"/>
          <ac:picMkLst>
            <pc:docMk/>
            <pc:sldMk cId="0" sldId="2147482387"/>
            <ac:picMk id="1029" creationId="{00000000-0000-0000-0000-000000000000}"/>
          </ac:picMkLst>
        </pc:picChg>
        <pc:picChg chg="del">
          <ac:chgData name="Yael Matan (ymatan)" userId="1bd32958-a025-4641-a3ca-7db943763f17" providerId="ADAL" clId="{B97B28FB-7759-45D0-A24B-C228532FDF16}" dt="2026-09-03T11:14:31.405" v="313" actId="478"/>
          <ac:picMkLst>
            <pc:docMk/>
            <pc:sldMk cId="0" sldId="2147482387"/>
            <ac:picMk id="1030" creationId="{00000000-0000-0000-0000-000000000000}"/>
          </ac:picMkLst>
        </pc:picChg>
      </pc:sldChg>
      <pc:sldChg chg="modSp del">
        <pc:chgData name="Yael Matan (ymatan)" userId="1bd32958-a025-4641-a3ca-7db943763f17" providerId="ADAL" clId="{B97B28FB-7759-45D0-A24B-C228532FDF16}" dt="2026-09-03T11:18:54.609" v="420" actId="47"/>
        <pc:sldMkLst>
          <pc:docMk/>
          <pc:sldMk cId="0" sldId="2147482388"/>
        </pc:sldMkLst>
        <pc:spChg chg="mod">
          <ac:chgData name="Yael Matan (ymatan)" userId="1bd32958-a025-4641-a3ca-7db943763f17" providerId="ADAL" clId="{B97B28FB-7759-45D0-A24B-C228532FDF16}" dt="2026-09-03T11:06:50.208" v="20"/>
          <ac:spMkLst>
            <pc:docMk/>
            <pc:sldMk cId="0" sldId="2147482388"/>
            <ac:spMk id="12" creationId="{D82D77DC-5E83-6C86-6C87-11B52BF673F8}"/>
          </ac:spMkLst>
        </pc:spChg>
      </pc:sldChg>
      <pc:sldChg chg="del">
        <pc:chgData name="Yael Matan (ymatan)" userId="1bd32958-a025-4641-a3ca-7db943763f17" providerId="ADAL" clId="{B97B28FB-7759-45D0-A24B-C228532FDF16}" dt="2026-09-03T11:18:54.766" v="421" actId="47"/>
        <pc:sldMkLst>
          <pc:docMk/>
          <pc:sldMk cId="0" sldId="2147482389"/>
        </pc:sldMkLst>
      </pc:sldChg>
      <pc:sldChg chg="del">
        <pc:chgData name="Yael Matan (ymatan)" userId="1bd32958-a025-4641-a3ca-7db943763f17" providerId="ADAL" clId="{B97B28FB-7759-45D0-A24B-C228532FDF16}" dt="2026-09-03T11:18:56.198" v="422" actId="47"/>
        <pc:sldMkLst>
          <pc:docMk/>
          <pc:sldMk cId="0" sldId="2147482390"/>
        </pc:sldMkLst>
      </pc:sldChg>
      <pc:sldChg chg="del">
        <pc:chgData name="Yael Matan (ymatan)" userId="1bd32958-a025-4641-a3ca-7db943763f17" providerId="ADAL" clId="{B97B28FB-7759-45D0-A24B-C228532FDF16}" dt="2026-09-03T11:18:57.313" v="423" actId="47"/>
        <pc:sldMkLst>
          <pc:docMk/>
          <pc:sldMk cId="0" sldId="2147482391"/>
        </pc:sldMkLst>
      </pc:sldChg>
      <pc:sldChg chg="del">
        <pc:chgData name="Yael Matan (ymatan)" userId="1bd32958-a025-4641-a3ca-7db943763f17" providerId="ADAL" clId="{B97B28FB-7759-45D0-A24B-C228532FDF16}" dt="2026-09-03T11:18:58.551" v="424" actId="47"/>
        <pc:sldMkLst>
          <pc:docMk/>
          <pc:sldMk cId="0" sldId="2147482392"/>
        </pc:sldMkLst>
      </pc:sldChg>
      <pc:sldChg chg="addSp delSp modSp add mod setBg">
        <pc:chgData name="Yael Matan (ymatan)" userId="1bd32958-a025-4641-a3ca-7db943763f17" providerId="ADAL" clId="{B97B28FB-7759-45D0-A24B-C228532FDF16}" dt="2026-09-04T12:23:07.547" v="561" actId="22"/>
        <pc:sldMkLst>
          <pc:docMk/>
          <pc:sldMk cId="0" sldId="2147482393"/>
        </pc:sldMkLst>
        <pc:spChg chg="add">
          <ac:chgData name="Yael Matan (ymatan)" userId="1bd32958-a025-4641-a3ca-7db943763f17" providerId="ADAL" clId="{B97B28FB-7759-45D0-A24B-C228532FDF16}" dt="2026-09-04T12:23:07.547" v="561" actId="22"/>
          <ac:spMkLst>
            <pc:docMk/>
            <pc:sldMk cId="0" sldId="2147482393"/>
            <ac:spMk id="3" creationId="{8889DA52-4651-C743-ADCF-B51184A53A32}"/>
          </ac:spMkLst>
        </pc:spChg>
        <pc:spChg chg="add del mod">
          <ac:chgData name="Yael Matan (ymatan)" userId="1bd32958-a025-4641-a3ca-7db943763f17" providerId="ADAL" clId="{B97B28FB-7759-45D0-A24B-C228532FDF16}" dt="2026-09-03T11:18:05.736" v="414" actId="478"/>
          <ac:spMkLst>
            <pc:docMk/>
            <pc:sldMk cId="0" sldId="2147482393"/>
            <ac:spMk id="3" creationId="{CE170D7A-C2EB-19A3-14CA-5A42AABFDDB5}"/>
          </ac:spMkLst>
        </pc:spChg>
        <pc:spChg chg="del mod">
          <ac:chgData name="Yael Matan (ymatan)" userId="1bd32958-a025-4641-a3ca-7db943763f17" providerId="ADAL" clId="{B97B28FB-7759-45D0-A24B-C228532FDF16}" dt="2026-09-03T11:17:45.614" v="408" actId="478"/>
          <ac:spMkLst>
            <pc:docMk/>
            <pc:sldMk cId="0" sldId="2147482393"/>
            <ac:spMk id="4" creationId="{8624DBA9-7407-2C39-D585-FDF2A8794DE6}"/>
          </ac:spMkLst>
        </pc:spChg>
        <pc:spChg chg="add">
          <ac:chgData name="Yael Matan (ymatan)" userId="1bd32958-a025-4641-a3ca-7db943763f17" providerId="ADAL" clId="{B97B28FB-7759-45D0-A24B-C228532FDF16}" dt="2026-09-03T11:17:19.101" v="405" actId="22"/>
          <ac:spMkLst>
            <pc:docMk/>
            <pc:sldMk cId="0" sldId="2147482393"/>
            <ac:spMk id="6" creationId="{11B86CC8-4E08-65F0-8EAD-B39435E3E8A2}"/>
          </ac:spMkLst>
        </pc:spChg>
        <pc:spChg chg="add ord">
          <ac:chgData name="Yael Matan (ymatan)" userId="1bd32958-a025-4641-a3ca-7db943763f17" providerId="ADAL" clId="{B97B28FB-7759-45D0-A24B-C228532FDF16}" dt="2026-09-03T11:17:49.465" v="410" actId="167"/>
          <ac:spMkLst>
            <pc:docMk/>
            <pc:sldMk cId="0" sldId="2147482393"/>
            <ac:spMk id="9" creationId="{725BF68A-5F45-75CB-C8E9-CC5A32B57A5B}"/>
          </ac:spMkLst>
        </pc:spChg>
        <pc:spChg chg="del">
          <ac:chgData name="Yael Matan (ymatan)" userId="1bd32958-a025-4641-a3ca-7db943763f17" providerId="ADAL" clId="{B97B28FB-7759-45D0-A24B-C228532FDF16}" dt="2026-09-03T11:16:33.019" v="378" actId="478"/>
          <ac:spMkLst>
            <pc:docMk/>
            <pc:sldMk cId="0" sldId="2147482393"/>
            <ac:spMk id="11" creationId="{7D7A72F6-737B-4C1B-EC4D-F558A8355B2D}"/>
          </ac:spMkLst>
        </pc:spChg>
        <pc:spChg chg="del">
          <ac:chgData name="Yael Matan (ymatan)" userId="1bd32958-a025-4641-a3ca-7db943763f17" providerId="ADAL" clId="{B97B28FB-7759-45D0-A24B-C228532FDF16}" dt="2026-09-03T11:18:45.749" v="418" actId="478"/>
          <ac:spMkLst>
            <pc:docMk/>
            <pc:sldMk cId="0" sldId="2147482393"/>
            <ac:spMk id="12" creationId="{2DCFFEA1-D712-6456-998C-AB2BA438F625}"/>
          </ac:spMkLst>
        </pc:spChg>
        <pc:spChg chg="add">
          <ac:chgData name="Yael Matan (ymatan)" userId="1bd32958-a025-4641-a3ca-7db943763f17" providerId="ADAL" clId="{B97B28FB-7759-45D0-A24B-C228532FDF16}" dt="2026-09-03T11:18:06.176" v="415" actId="22"/>
          <ac:spMkLst>
            <pc:docMk/>
            <pc:sldMk cId="0" sldId="2147482393"/>
            <ac:spMk id="13" creationId="{601B7DC3-EC17-FB26-8E5E-937F075E77CE}"/>
          </ac:spMkLst>
        </pc:spChg>
        <pc:spChg chg="add mod">
          <ac:chgData name="Yael Matan (ymatan)" userId="1bd32958-a025-4641-a3ca-7db943763f17" providerId="ADAL" clId="{B97B28FB-7759-45D0-A24B-C228532FDF16}" dt="2026-09-03T11:40:07.629" v="478" actId="2711"/>
          <ac:spMkLst>
            <pc:docMk/>
            <pc:sldMk cId="0" sldId="2147482393"/>
            <ac:spMk id="15" creationId="{F08903E9-1E8A-BEF9-C1C0-8518860E22EA}"/>
          </ac:spMkLst>
        </pc:spChg>
        <pc:spChg chg="add mod">
          <ac:chgData name="Yael Matan (ymatan)" userId="1bd32958-a025-4641-a3ca-7db943763f17" providerId="ADAL" clId="{B97B28FB-7759-45D0-A24B-C228532FDF16}" dt="2026-09-03T11:18:46.088" v="419"/>
          <ac:spMkLst>
            <pc:docMk/>
            <pc:sldMk cId="0" sldId="2147482393"/>
            <ac:spMk id="16" creationId="{F467E4D5-3B62-12BF-2E8E-169EFE082D7A}"/>
          </ac:spMkLst>
        </pc:spChg>
        <pc:spChg chg="del mod">
          <ac:chgData name="Yael Matan (ymatan)" userId="1bd32958-a025-4641-a3ca-7db943763f17" providerId="ADAL" clId="{B97B28FB-7759-45D0-A24B-C228532FDF16}" dt="2026-09-03T11:18:05.736" v="414" actId="478"/>
          <ac:spMkLst>
            <pc:docMk/>
            <pc:sldMk cId="0" sldId="2147482393"/>
            <ac:spMk id="17" creationId="{A839DD81-CCCF-A5B0-DC9F-E3A8FA52BE98}"/>
          </ac:spMkLst>
        </pc:spChg>
        <pc:spChg chg="add mod">
          <ac:chgData name="Yael Matan (ymatan)" userId="1bd32958-a025-4641-a3ca-7db943763f17" providerId="ADAL" clId="{B97B28FB-7759-45D0-A24B-C228532FDF16}" dt="2026-09-03T11:18:46.088" v="419"/>
          <ac:spMkLst>
            <pc:docMk/>
            <pc:sldMk cId="0" sldId="2147482393"/>
            <ac:spMk id="18" creationId="{276D503E-4C36-5504-897F-F14AF0097A6A}"/>
          </ac:spMkLst>
        </pc:spChg>
        <pc:spChg chg="add mod">
          <ac:chgData name="Yael Matan (ymatan)" userId="1bd32958-a025-4641-a3ca-7db943763f17" providerId="ADAL" clId="{B97B28FB-7759-45D0-A24B-C228532FDF16}" dt="2026-09-03T11:21:07.425" v="433" actId="2711"/>
          <ac:spMkLst>
            <pc:docMk/>
            <pc:sldMk cId="0" sldId="2147482393"/>
            <ac:spMk id="22" creationId="{1EB9249A-C669-09FD-27FF-16C0DD8094A2}"/>
          </ac:spMkLst>
        </pc:spChg>
        <pc:spChg chg="mod">
          <ac:chgData name="Yael Matan (ymatan)" userId="1bd32958-a025-4641-a3ca-7db943763f17" providerId="ADAL" clId="{B97B28FB-7759-45D0-A24B-C228532FDF16}" dt="2026-09-03T11:40:39.486" v="480" actId="20577"/>
          <ac:spMkLst>
            <pc:docMk/>
            <pc:sldMk cId="0" sldId="2147482393"/>
            <ac:spMk id="49" creationId="{642E1DA6-52D2-53FA-09B1-AAE0B542895D}"/>
          </ac:spMkLst>
        </pc:spChg>
        <pc:spChg chg="mod">
          <ac:chgData name="Yael Matan (ymatan)" userId="1bd32958-a025-4641-a3ca-7db943763f17" providerId="ADAL" clId="{B97B28FB-7759-45D0-A24B-C228532FDF16}" dt="2026-09-03T11:40:43.580" v="484" actId="20577"/>
          <ac:spMkLst>
            <pc:docMk/>
            <pc:sldMk cId="0" sldId="2147482393"/>
            <ac:spMk id="50" creationId="{0B558ADF-7D48-2556-71A3-56AE3A26A206}"/>
          </ac:spMkLst>
        </pc:spChg>
        <pc:spChg chg="mod">
          <ac:chgData name="Yael Matan (ymatan)" userId="1bd32958-a025-4641-a3ca-7db943763f17" providerId="ADAL" clId="{B97B28FB-7759-45D0-A24B-C228532FDF16}" dt="2026-09-03T11:40:48.033" v="485" actId="20577"/>
          <ac:spMkLst>
            <pc:docMk/>
            <pc:sldMk cId="0" sldId="2147482393"/>
            <ac:spMk id="51" creationId="{41CCD9CB-85B9-4547-6158-D6093F5EBFCB}"/>
          </ac:spMkLst>
        </pc:spChg>
        <pc:spChg chg="mod">
          <ac:chgData name="Yael Matan (ymatan)" userId="1bd32958-a025-4641-a3ca-7db943763f17" providerId="ADAL" clId="{B97B28FB-7759-45D0-A24B-C228532FDF16}" dt="2026-09-03T11:40:50.026" v="486" actId="20577"/>
          <ac:spMkLst>
            <pc:docMk/>
            <pc:sldMk cId="0" sldId="2147482393"/>
            <ac:spMk id="52" creationId="{A7DC4D22-7D36-78A0-B0BF-DC26F8F03BCB}"/>
          </ac:spMkLst>
        </pc:spChg>
        <pc:spChg chg="mod">
          <ac:chgData name="Yael Matan (ymatan)" userId="1bd32958-a025-4641-a3ca-7db943763f17" providerId="ADAL" clId="{B97B28FB-7759-45D0-A24B-C228532FDF16}" dt="2026-09-03T11:16:44.839" v="399" actId="2711"/>
          <ac:spMkLst>
            <pc:docMk/>
            <pc:sldMk cId="0" sldId="2147482393"/>
            <ac:spMk id="53" creationId="{436CA146-FDC6-685F-CED9-8DBA277265C0}"/>
          </ac:spMkLst>
        </pc:spChg>
        <pc:spChg chg="del">
          <ac:chgData name="Yael Matan (ymatan)" userId="1bd32958-a025-4641-a3ca-7db943763f17" providerId="ADAL" clId="{B97B28FB-7759-45D0-A24B-C228532FDF16}" dt="2026-09-03T11:17:18.843" v="404" actId="478"/>
          <ac:spMkLst>
            <pc:docMk/>
            <pc:sldMk cId="0" sldId="2147482393"/>
            <ac:spMk id="134" creationId="{35000776-8FF5-C35E-F5DD-BCAE9490B420}"/>
          </ac:spMkLst>
        </pc:spChg>
        <pc:picChg chg="del">
          <ac:chgData name="Yael Matan (ymatan)" userId="1bd32958-a025-4641-a3ca-7db943763f17" providerId="ADAL" clId="{B97B28FB-7759-45D0-A24B-C228532FDF16}" dt="2026-09-03T11:07:36.268" v="23" actId="478"/>
          <ac:picMkLst>
            <pc:docMk/>
            <pc:sldMk cId="0" sldId="2147482393"/>
            <ac:picMk id="135" creationId="{00000000-0000-0000-0000-000000000000}"/>
          </ac:picMkLst>
        </pc:picChg>
        <pc:picChg chg="del">
          <ac:chgData name="Yael Matan (ymatan)" userId="1bd32958-a025-4641-a3ca-7db943763f17" providerId="ADAL" clId="{B97B28FB-7759-45D0-A24B-C228532FDF16}" dt="2026-09-03T11:07:37.158" v="24" actId="478"/>
          <ac:picMkLst>
            <pc:docMk/>
            <pc:sldMk cId="0" sldId="2147482393"/>
            <ac:picMk id="136" creationId="{00000000-0000-0000-0000-000000000000}"/>
          </ac:picMkLst>
        </pc:picChg>
        <pc:cxnChg chg="add mod">
          <ac:chgData name="Yael Matan (ymatan)" userId="1bd32958-a025-4641-a3ca-7db943763f17" providerId="ADAL" clId="{B97B28FB-7759-45D0-A24B-C228532FDF16}" dt="2026-09-03T11:18:46.088" v="419"/>
          <ac:cxnSpMkLst>
            <pc:docMk/>
            <pc:sldMk cId="0" sldId="2147482393"/>
            <ac:cxnSpMk id="19" creationId="{0A79A9E3-A421-4711-7079-B7E32C72683C}"/>
          </ac:cxnSpMkLst>
        </pc:cxnChg>
        <pc:cxnChg chg="del">
          <ac:chgData name="Yael Matan (ymatan)" userId="1bd32958-a025-4641-a3ca-7db943763f17" providerId="ADAL" clId="{B97B28FB-7759-45D0-A24B-C228532FDF16}" dt="2026-09-03T11:18:45.749" v="418" actId="478"/>
          <ac:cxnSpMkLst>
            <pc:docMk/>
            <pc:sldMk cId="0" sldId="2147482393"/>
            <ac:cxnSpMk id="42" creationId="{42D94765-8E89-4B51-3A93-AFAA3754C4F9}"/>
          </ac:cxnSpMkLst>
        </pc:cxnChg>
      </pc:sldChg>
      <pc:sldChg chg="modSp add mod setBg">
        <pc:chgData name="Yael Matan (ymatan)" userId="1bd32958-a025-4641-a3ca-7db943763f17" providerId="ADAL" clId="{B97B28FB-7759-45D0-A24B-C228532FDF16}" dt="2026-09-03T11:42:36.953" v="555" actId="2711"/>
        <pc:sldMkLst>
          <pc:docMk/>
          <pc:sldMk cId="3128559631" sldId="2147482394"/>
        </pc:sldMkLst>
        <pc:spChg chg="mod">
          <ac:chgData name="Yael Matan (ymatan)" userId="1bd32958-a025-4641-a3ca-7db943763f17" providerId="ADAL" clId="{B97B28FB-7759-45D0-A24B-C228532FDF16}" dt="2026-09-03T11:42:36.953" v="555" actId="2711"/>
          <ac:spMkLst>
            <pc:docMk/>
            <pc:sldMk cId="3128559631" sldId="2147482394"/>
            <ac:spMk id="4" creationId="{7E4FF783-FCFE-2405-F2F4-5E2051633DAB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11" creationId="{CB567D3C-111E-C156-BEE5-9BCF372B08FC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14" creationId="{DE7FED99-1DBE-D564-FEBB-B493FEF302DE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16" creationId="{84A10F78-2E47-7C38-75AB-285EC6845A2B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18" creationId="{9908309B-4C45-3746-7ED1-F08F200677B5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86" creationId="{957DCE40-19AB-7BAE-2F7C-EDF491AAFF46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87" creationId="{5F369DA1-E146-F1FC-3211-942FF0C83600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89" creationId="{96FCC7E0-5A96-9655-BBC2-1DCE70FA9A19}"/>
          </ac:spMkLst>
        </pc:spChg>
        <pc:spChg chg="mod">
          <ac:chgData name="Yael Matan (ymatan)" userId="1bd32958-a025-4641-a3ca-7db943763f17" providerId="ADAL" clId="{B97B28FB-7759-45D0-A24B-C228532FDF16}" dt="2026-09-03T11:42:31.927" v="554" actId="2711"/>
          <ac:spMkLst>
            <pc:docMk/>
            <pc:sldMk cId="3128559631" sldId="2147482394"/>
            <ac:spMk id="91" creationId="{FB76BFC9-0148-5B7B-4C67-F3BF8C77DF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65B29-7091-45F5-9A22-8E58D4CDB4B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AB733-D0F9-4688-911B-BACEB0E9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8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DA7E1-BD1A-22AD-064C-2829D51E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123D9-C348-8371-3BB3-28F5A690C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4630A-4F88-AF6A-1724-D9F7972D1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F21FD-7A91-12DF-4031-58A299A79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AB733-D0F9-4688-911B-BACEB0E993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1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99FF-2F28-ABC9-3E55-2EBF1549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4B712-FD94-07AB-5295-2DFD7E91E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29C8-FCA2-F1A2-3380-C3CCF8238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2CFF-3EC1-7D79-5ADC-6DDCCE890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DAB733-D0F9-4688-911B-BACEB0E9935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95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4233-59CC-E34C-4D0F-1046CBE4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9C9A5-E5B7-8301-DFD9-20BB7A73B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25DBF-8958-381F-7FDD-42A0B7A4E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75659-A153-FA01-E8C4-68537D54F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AB733-D0F9-4688-911B-BACEB0E993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0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6" name="Picture 5" descr="Chatty cartoon bee">
            <a:extLst>
              <a:ext uri="{FF2B5EF4-FFF2-40B4-BE49-F238E27FC236}">
                <a16:creationId xmlns:a16="http://schemas.microsoft.com/office/drawing/2014/main" id="{564322D7-1B91-11FA-924D-CFFFC84069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3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Sky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B4492BB0-2C10-06EE-653A-8963F562EB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0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03C90E82-3E0E-FEEB-9E01-7EC09B4C17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7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429282AE-C33E-1FAA-3F79-B4B0A33713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7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4EA80EA0-1779-EC37-4F23-3E8ECCF8AE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eft Photo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4605147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accent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4605147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530" b="0" i="0" baseline="0">
                <a:solidFill>
                  <a:schemeClr val="accent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4605147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4605147" cy="421429"/>
          </a:xfrm>
          <a:prstGeom prst="rect">
            <a:avLst/>
          </a:prstGeom>
        </p:spPr>
        <p:txBody>
          <a:bodyPr lIns="45720" rIns="45720"/>
          <a:lstStyle>
            <a:lvl1pPr marL="0" indent="0">
              <a:spcBef>
                <a:spcPts val="0"/>
              </a:spcBef>
              <a:buNone/>
              <a:defRPr sz="893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142FB2B-DAA9-0877-DC48-2611FC3FC4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18613" y="0"/>
            <a:ext cx="2553789" cy="100584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bg2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pic>
        <p:nvPicPr>
          <p:cNvPr id="4" name="Picture 3" descr="Chatty cartoon bee">
            <a:extLst>
              <a:ext uri="{FF2B5EF4-FFF2-40B4-BE49-F238E27FC236}">
                <a16:creationId xmlns:a16="http://schemas.microsoft.com/office/drawing/2014/main" id="{6C63E18A-619C-D72B-CD9F-F2D6DE76CE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5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159" y="4314212"/>
            <a:ext cx="6995160" cy="2206160"/>
          </a:xfrm>
          <a:prstGeom prst="rect">
            <a:avLst/>
          </a:prstGeom>
          <a:noFill/>
        </p:spPr>
        <p:txBody>
          <a:bodyPr lIns="45720" tIns="45720" rIns="45720" bIns="45720" anchor="b" anchorCtr="0"/>
          <a:lstStyle>
            <a:lvl1pPr marL="0" indent="0" algn="r">
              <a:lnSpc>
                <a:spcPct val="90000"/>
              </a:lnSpc>
              <a:buFont typeface="Arial" panose="020B0604020202020204" pitchFamily="34" charset="0"/>
              <a:buNone/>
              <a:defRPr sz="3442" b="0" i="0" spc="0" baseline="0">
                <a:solidFill>
                  <a:schemeClr val="bg1"/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159" y="6649334"/>
            <a:ext cx="6995160" cy="584713"/>
          </a:xfrm>
          <a:prstGeom prst="rect">
            <a:avLst/>
          </a:prstGeom>
          <a:noFill/>
        </p:spPr>
        <p:txBody>
          <a:bodyPr lIns="45720" tIns="45720" rIns="45720" bIns="4572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0159" y="7553990"/>
            <a:ext cx="6995160" cy="804672"/>
          </a:xfrm>
          <a:prstGeom prst="rect">
            <a:avLst/>
          </a:prstGeom>
          <a:noFill/>
        </p:spPr>
        <p:txBody>
          <a:bodyPr lIns="45720" tIns="45720" rIns="45720" bIns="4572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20" b="0" i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name, Speaker title </a:t>
            </a:r>
            <a:br>
              <a:rPr lang="en-GB" dirty="0"/>
            </a:br>
            <a:r>
              <a:rPr lang="en-GB" dirty="0"/>
              <a:t>Department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2559ED-95F1-F66B-5A2F-A212CE3F2F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0159" y="8542939"/>
            <a:ext cx="6995160" cy="421429"/>
          </a:xfrm>
          <a:prstGeom prst="rect">
            <a:avLst/>
          </a:prstGeom>
        </p:spPr>
        <p:txBody>
          <a:bodyPr lIns="45720" rIns="45720"/>
          <a:lstStyle>
            <a:lvl1pPr marL="0" indent="0" algn="r">
              <a:spcBef>
                <a:spcPts val="0"/>
              </a:spcBef>
              <a:buNone/>
              <a:defRPr sz="893">
                <a:latin typeface="+mn-lt"/>
              </a:defRPr>
            </a:lvl1pPr>
          </a:lstStyle>
          <a:p>
            <a:r>
              <a:rPr lang="en-GB" dirty="0"/>
              <a:t>Date</a:t>
            </a:r>
          </a:p>
        </p:txBody>
      </p:sp>
      <p:pic>
        <p:nvPicPr>
          <p:cNvPr id="3" name="Picture 2" descr="Chatty cartoon bee">
            <a:extLst>
              <a:ext uri="{FF2B5EF4-FFF2-40B4-BE49-F238E27FC236}">
                <a16:creationId xmlns:a16="http://schemas.microsoft.com/office/drawing/2014/main" id="{D7DD9106-26BD-FBF9-6CFA-F1511BC17F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622" y="599833"/>
            <a:ext cx="482380" cy="6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4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qu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A1FD7D-7C93-E645-B2E9-AD2B9329C1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9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6C47-BF34-58BF-BFE8-DDC169C547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9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E683ED-333E-71AE-8D5B-04FB014DED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9030" y="4091518"/>
            <a:ext cx="6522987" cy="934820"/>
          </a:xfrm>
          <a:prstGeom prst="rect">
            <a:avLst/>
          </a:prstGeom>
        </p:spPr>
        <p:txBody>
          <a:bodyPr lIns="45720" tIns="45720" rIns="45720" bIns="45720" anchor="b"/>
          <a:lstStyle>
            <a:lvl1pPr marL="0" indent="0" algn="l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Segue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03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A31272-7678-5F4F-BF05-F087FA2FC8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23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7BA-D190-36C9-FC38-746943551A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5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6646CD-FB63-F3C0-1A8A-8157E8BB05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5B019962-90BF-9C68-7A80-7C374B3C86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62D482-EDEF-0534-A336-804F44744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4964" y="4065681"/>
            <a:ext cx="6528816" cy="938784"/>
          </a:xfrm>
          <a:prstGeom prst="rect">
            <a:avLst/>
          </a:prstGeom>
        </p:spPr>
        <p:txBody>
          <a:bodyPr lIns="45720" rIns="45720" anchor="ctr"/>
          <a:lstStyle>
            <a:lvl1pPr marL="0" indent="0" algn="r">
              <a:lnSpc>
                <a:spcPts val="3060"/>
              </a:lnSpc>
              <a:buFont typeface="Arial" panose="020B0604020202020204" pitchFamily="34" charset="0"/>
              <a:buNone/>
              <a:defRPr sz="2805" b="0" i="0" spc="0" baseline="0">
                <a:solidFill>
                  <a:schemeClr val="accent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Transition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0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tx1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5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bg1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bg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0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>
            <a:extLst>
              <a:ext uri="{FF2B5EF4-FFF2-40B4-BE49-F238E27FC236}">
                <a16:creationId xmlns:a16="http://schemas.microsoft.com/office/drawing/2014/main" id="{055E4C37-FAD6-B449-9189-A035C0C9E8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621" y="8298723"/>
            <a:ext cx="6995160" cy="683307"/>
          </a:xfrm>
          <a:prstGeom prst="rect">
            <a:avLst/>
          </a:prstGeom>
        </p:spPr>
        <p:txBody>
          <a:bodyPr lIns="45720" tIns="45710" rIns="45720" bIns="45710" anchor="t" anchorCtr="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893" b="0" i="0">
                <a:solidFill>
                  <a:schemeClr val="bg2"/>
                </a:solidFill>
                <a:latin typeface="+mn-lt"/>
                <a:cs typeface="CiscoSansTT" panose="020B0503020201020303" pitchFamily="34" charset="0"/>
              </a:defRPr>
            </a:lvl1pPr>
            <a:lvl2pPr marL="291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2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4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65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571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4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4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3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role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EADEB85-EFB9-A048-BE6B-F1473C4999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620" y="7675181"/>
            <a:ext cx="6995160" cy="584713"/>
          </a:xfrm>
          <a:prstGeom prst="rect">
            <a:avLst/>
          </a:prstGeom>
        </p:spPr>
        <p:txBody>
          <a:bodyPr lIns="45720" tIns="45710" rIns="45720" bIns="4571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53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Speaker name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6E3EA5B-6C70-8F4D-9385-EC53B25066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3445" y="2051683"/>
            <a:ext cx="6614715" cy="485626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060"/>
              </a:lnSpc>
              <a:buFont typeface="Arial" panose="020B0604020202020204" pitchFamily="34" charset="0"/>
              <a:buNone/>
              <a:defRPr sz="2550" b="0" i="0" spc="0" baseline="0">
                <a:solidFill>
                  <a:schemeClr val="bg2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As the adoption of multi-cloud strategy grows, Ulla </a:t>
            </a:r>
            <a:r>
              <a:rPr lang="en-GB" dirty="0" err="1"/>
              <a:t>sitiora</a:t>
            </a:r>
            <a:r>
              <a:rPr lang="en-GB" dirty="0"/>
              <a:t> </a:t>
            </a:r>
            <a:r>
              <a:rPr lang="en-GB" dirty="0" err="1"/>
              <a:t>turest</a:t>
            </a:r>
            <a:r>
              <a:rPr lang="en-GB" dirty="0"/>
              <a:t> </a:t>
            </a:r>
            <a:r>
              <a:rPr lang="en-GB" dirty="0" err="1"/>
              <a:t>experibus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pa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conestia</a:t>
            </a:r>
            <a:r>
              <a:rPr lang="en-GB" dirty="0"/>
              <a:t> vent </a:t>
            </a:r>
            <a:r>
              <a:rPr lang="en-GB" dirty="0" err="1"/>
              <a:t>eosse</a:t>
            </a:r>
            <a:r>
              <a:rPr lang="en-GB" dirty="0"/>
              <a:t> non </a:t>
            </a:r>
            <a:r>
              <a:rPr lang="en-GB" dirty="0" err="1"/>
              <a:t>consequ</a:t>
            </a:r>
            <a:r>
              <a:rPr lang="en-GB" dirty="0"/>
              <a:t> </a:t>
            </a:r>
            <a:r>
              <a:rPr lang="en-GB" dirty="0" err="1"/>
              <a:t>aturit</a:t>
            </a:r>
            <a:r>
              <a:rPr lang="en-GB" dirty="0"/>
              <a:t> </a:t>
            </a:r>
            <a:r>
              <a:rPr lang="en-GB" dirty="0" err="1"/>
              <a:t>faccum</a:t>
            </a:r>
            <a:r>
              <a:rPr lang="en-GB" dirty="0"/>
              <a:t> qui </a:t>
            </a:r>
            <a:r>
              <a:rPr lang="en-GB" dirty="0" err="1"/>
              <a:t>dolor</a:t>
            </a:r>
            <a:r>
              <a:rPr lang="en-GB" dirty="0"/>
              <a:t> a </a:t>
            </a:r>
            <a:r>
              <a:rPr lang="en-GB" dirty="0" err="1"/>
              <a:t>num</a:t>
            </a: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E18B2BC-5B8F-6442-A3B3-AB5D06311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510" y="1076374"/>
            <a:ext cx="961381" cy="1226714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91B82D-853E-F074-193C-5B7F13F89D29}"/>
              </a:ext>
            </a:extLst>
          </p:cNvPr>
          <p:cNvCxnSpPr>
            <a:cxnSpLocks/>
          </p:cNvCxnSpPr>
          <p:nvPr/>
        </p:nvCxnSpPr>
        <p:spPr>
          <a:xfrm>
            <a:off x="2897996" y="7237790"/>
            <a:ext cx="19764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29ECC5C-23D8-044B-A13F-1C7CFA3004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92C7939B-219A-BC07-DCE7-4B36AF2A4EA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2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8E9818-CDB2-294C-86DC-E17877CD33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3293555" cy="402336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0ED95-38E7-2A5D-7BFA-218DE01901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3293555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6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35059BF6-2F19-7F49-9CBE-82197BDDFC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86972" y="3494361"/>
            <a:ext cx="3295403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8B70A03-DFE5-BAFE-E792-E9F9971D5D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503" y="3494363"/>
            <a:ext cx="3295403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8DA8E-89D4-2754-2F23-8BC1A882CC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7595" y="4301129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C6832F-2D70-B8EC-0B06-A53E0213069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985" y="4301129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A1A354-0871-A2E1-F013-7080A6D3E5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3293555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8EA024-D9FE-B723-2F3F-890E3F4517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84884" y="2275435"/>
            <a:ext cx="3293210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99982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7A1D91-B0C5-82DE-7D46-53E481769C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6504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F39481-2908-3822-701D-5FF87E1F03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93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BD0ABDF-0D5E-A765-9F69-3BC9541847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1186" y="3494363"/>
            <a:ext cx="2224387" cy="536448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3EB9F6D8-47DF-1F5B-55DF-071309C37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81186" y="2272453"/>
            <a:ext cx="2224388" cy="96859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1B9F0F59-8C07-4391-070A-F127239E5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93" y="2272453"/>
            <a:ext cx="2224723" cy="96859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0CFD439-E346-0E67-C9C2-132C9C4EAD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4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B3C8-42AF-C48C-331D-14C6776D22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3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5EC4FE-BFD0-FE57-EEA5-41CE445414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81186" y="4300619"/>
            <a:ext cx="2224387" cy="2682240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EF17F4-A551-A381-6DF1-CED9B14FF8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503" y="2272454"/>
            <a:ext cx="2226793" cy="968588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40" b="0" i="0" spc="0" baseline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25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2981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148D23F-4FB0-0283-D700-8A06DCABC2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4021" y="4052694"/>
            <a:ext cx="3301365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5C6BDEC-E33F-4C34-5403-6A238AB80D5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079986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FE46B3-A8B5-C645-B495-DA6D531805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6371" y="4052694"/>
            <a:ext cx="3301365" cy="965606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99BB75-045A-328E-9E50-C137137C81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595" y="5380187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EA339-5A4D-1610-0BDA-90202AD722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985" y="5380187"/>
            <a:ext cx="3293555" cy="2145792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26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6CA1346-1D62-4F41-BA11-B3EEBA6B51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66895" y="4052693"/>
            <a:ext cx="2238612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3E5B521-5917-164E-BF18-105160A01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8991" y="4052693"/>
            <a:ext cx="2238612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143D29F-44CB-0E44-8852-5377E5E8F51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79114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02DD01B-53E6-C542-A933-2D42DD0D2C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02981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EE6224FA-C881-7942-88CA-85C557540C4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55246" y="1836372"/>
            <a:ext cx="653292" cy="1404669"/>
          </a:xfrm>
          <a:prstGeom prst="rect">
            <a:avLst/>
          </a:prstGeom>
          <a:noFill/>
        </p:spPr>
        <p:txBody>
          <a:bodyPr vert="horz" lIns="91420" tIns="45710" rIns="91420" bIns="45710" anchor="ctr"/>
          <a:lstStyle>
            <a:lvl1pPr marL="0" indent="0" algn="ctr">
              <a:buNone/>
              <a:defRPr sz="765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marketing icon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A53209-57D8-0C80-F7FB-B1A028923F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2980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29FA-854C-9FDB-35AE-257C4F46B3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73287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6DDF84-07E1-9F30-2A61-508622F128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5643" y="5391090"/>
            <a:ext cx="2224387" cy="2414016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F16851C-FF16-C8FD-C1A2-97DC62B0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6371" y="4041790"/>
            <a:ext cx="2226793" cy="976510"/>
          </a:xfrm>
          <a:prstGeom prst="rect">
            <a:avLst/>
          </a:prstGeom>
        </p:spPr>
        <p:txBody>
          <a:bodyPr lIns="45720" tIns="45720" rIns="45720" bIns="4572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40" b="0" i="0">
                <a:solidFill>
                  <a:schemeClr val="bg1"/>
                </a:solidFill>
                <a:latin typeface="+mj-lt"/>
                <a:cs typeface="CiscoSansTT ExtraLight" panose="020B0303020201020303" pitchFamily="34" charset="0"/>
              </a:defRPr>
            </a:lvl1pPr>
          </a:lstStyle>
          <a:p>
            <a:r>
              <a:rPr lang="en-GB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7322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8FA65F1-BAFB-6C36-2878-6CF1B8179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15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Section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 descr="Section title">
            <a:extLst>
              <a:ext uri="{FF2B5EF4-FFF2-40B4-BE49-F238E27FC236}">
                <a16:creationId xmlns:a16="http://schemas.microsoft.com/office/drawing/2014/main" id="{0C30067D-BDB2-4ED3-9FF2-9A7F7110FF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29" y="575831"/>
            <a:ext cx="349758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89D7222-F544-8734-1474-646E4190C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1060011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243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A3BF51A-3A82-60DC-93A5-2213ED8791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5B45E7-43EA-8FCF-779D-B7F08D02F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1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 descr="Section title">
            <a:extLst>
              <a:ext uri="{FF2B5EF4-FFF2-40B4-BE49-F238E27FC236}">
                <a16:creationId xmlns:a16="http://schemas.microsoft.com/office/drawing/2014/main" id="{20BBFC84-0D1A-41D8-BAF7-77889FB492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9029" y="575831"/>
            <a:ext cx="349758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B3BF19B-575A-779B-73CC-537ABB67E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1060011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2705B8E-4073-4179-061E-6BB2F2D366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8620" y="2374900"/>
            <a:ext cx="3322499" cy="66217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020ADB6-8EC0-CC3A-6343-8EB97EAED4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61958" y="2374900"/>
            <a:ext cx="3322499" cy="66217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36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88E9818-CDB2-294C-86DC-E17877CD33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93A0E-205E-98C2-0661-3E250B8F3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3EC81-A266-1756-37B4-B83297C32E10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1344FDFA-4E0E-FB13-FB45-5AECC129F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1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EE68BB-B0C9-B5EC-846B-9A437BE66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0CA85F-96FC-6CA6-B62F-6AD3B87CEE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697ECA-1DF4-14D1-3EFA-CC34EEA2F6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113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28A24FB-C90E-8608-90DD-14467743B5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6502" y="3762587"/>
            <a:ext cx="2914650" cy="4023360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8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020" b="0" i="0" baseline="0">
                <a:solidFill>
                  <a:schemeClr val="bg2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labore</a:t>
            </a:r>
            <a:r>
              <a:rPr lang="en-GB" dirty="0"/>
              <a:t>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et dolore.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et dolore.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6A67E-A1D7-9527-29EB-EF2FEEA57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58130C6-64C1-4324-51CC-4C096C992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2320848"/>
            <a:ext cx="2929009" cy="930713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996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1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EFE848-FBF2-0C2C-70C7-541164BEA728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E0368-12F7-D52E-F159-299C7A027BAC}"/>
              </a:ext>
            </a:extLst>
          </p:cNvPr>
          <p:cNvSpPr txBox="1">
            <a:spLocks/>
          </p:cNvSpPr>
          <p:nvPr/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29146" tIns="29146" rIns="29146" bIns="29146" rtlCol="0" anchor="ctr">
            <a:noAutofit/>
          </a:bodyPr>
          <a:lstStyle>
            <a:lvl1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4400" b="0" i="0" u="none" kern="1200">
                <a:solidFill>
                  <a:schemeClr val="accent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9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90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8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79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5" dirty="0">
                <a:solidFill>
                  <a:schemeClr val="bg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893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1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79322" y="0"/>
            <a:ext cx="3893078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046DA-7F8D-D93E-4767-7220FA5FC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373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79322" y="0"/>
            <a:ext cx="3893078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32D2A-AF9C-9AB4-07AC-81C3BE776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54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54B198-906C-DED8-39CD-143C051E0AB8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6340164-DEFF-0BA4-370E-859A0468D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99E3E55-8166-7139-C253-102273D365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169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2102193-3492-4BAB-8F98-FC7C55191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678C93B-D86B-F551-9504-47EEC4B63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71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336399-B83B-D450-D7E9-D04E0D0AE3D1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5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D05B-CC63-FBAA-768B-D092C4B24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5856" y="1080348"/>
            <a:ext cx="3086890" cy="7897705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893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356B89E-D2D7-929C-273F-CBC73FF73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636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Whi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D61106-D3DD-0F37-EFE8-57DD295D000B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496D4BA-1A90-CD12-46A7-BEFF3610D8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5754773-B320-74FF-360B-AE12573C9F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77DDFA-F376-BD29-5DEA-72F5308CBF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2102193-3492-4BAB-8F98-FC7C55191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A6491F4-97AD-1094-3D4C-75416A30CE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92FD8C7-8C8B-6909-C32B-EAA567C1FE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97C18FD-8F1B-2986-B145-F4D51FBC37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8961B96-5529-2E18-4428-44E232229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014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Sky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FA5D03-02A4-EA4A-094B-A8B636BEEA62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AE8E5E8-2C0F-35E1-4BBC-22A54E53D00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8CA8218-1F96-926F-0917-A1DA9EC3D62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DA6A0B3-3F42-9922-BAAE-F792CABE6A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A54D0A-2CB9-C133-9718-79E640135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7857C7-CFC6-7ADB-633F-1D3BDB556DC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956A5C8-C1EE-D5F1-1FDE-C826F9C25E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6C5BB2-EAA0-1030-EEEE-5D28A08C67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09AC8211-966A-8BD9-DA4C-39DC7380A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67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Midnigh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41C29C-6FEC-2B4F-8596-2BF88EE08B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28507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2023  Cisco and/or its affiliates. All rights reserved.   Cisco Confidential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93D168C-8A00-4D1A-279C-0D2E586D4D1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8622" y="9302624"/>
            <a:ext cx="252644" cy="3054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85D6C4-923D-0A37-5765-F4FFA48FC1C2}"/>
              </a:ext>
            </a:extLst>
          </p:cNvPr>
          <p:cNvSpPr/>
          <p:nvPr/>
        </p:nvSpPr>
        <p:spPr>
          <a:xfrm>
            <a:off x="3886200" y="0"/>
            <a:ext cx="3886200" cy="10058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3E190-93EE-235A-0F6B-07C04E09A1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4536" y="1094431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18BC08B-D219-8756-C142-C4584D727A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84536" y="3821547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4803960-9A60-1EDC-E465-98985D436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84536" y="6548662"/>
            <a:ext cx="3089529" cy="536448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F220C6C-65CC-3070-48A3-52BC6CD232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4536" y="1828234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95A9DA7-0C91-35C3-D416-9F03042634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4536" y="4555349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6DF162A-E518-4D2F-E1D4-46E7A06FEE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84536" y="7282463"/>
            <a:ext cx="3089529" cy="1609344"/>
          </a:xfrm>
          <a:prstGeom prst="rect">
            <a:avLst/>
          </a:prstGeom>
        </p:spPr>
        <p:txBody>
          <a:bodyPr lIns="45720" tIns="45720" rIns="45720" bIns="45720"/>
          <a:lstStyle>
            <a:lvl1pPr marL="0" marR="0" indent="0" algn="l" defTabSz="5815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893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dolore.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labore.</a:t>
            </a:r>
          </a:p>
          <a:p>
            <a:pPr lvl="0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4DE6FCA-9477-3080-6D9A-BF19D90882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bg2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3EA95E83-5C21-97F4-1503-23FF4926A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9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  <p15:guide id="3" pos="3672">
          <p15:clr>
            <a:srgbClr val="FBAE40"/>
          </p15:clr>
        </p15:guide>
        <p15:guide id="4" pos="12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326098" y="633310"/>
            <a:ext cx="3446304" cy="7628655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4326098" y="8644073"/>
            <a:ext cx="3025299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None/>
              <a:defRPr sz="102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Photo caption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5D4FA6F-8B16-848A-2676-892437DBB5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7E02133-90CD-7A73-3378-09367C5F7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544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pos="4275">
          <p15:clr>
            <a:srgbClr val="FBAE40"/>
          </p15:clr>
        </p15:guide>
        <p15:guide id="8" pos="272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2C94DA5F-CCF7-A048-8A5D-EE8276E901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6202" y="633307"/>
            <a:ext cx="3886200" cy="8866293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226FFA-E401-8D3F-A7A7-AC5403A29F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B83CA69-90DB-1977-3B75-3C078FC97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997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>
          <p15:clr>
            <a:srgbClr val="FBAE40"/>
          </p15:clr>
        </p15:guide>
        <p15:guide id="5" pos="227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F1594EA-D397-6C41-A885-CC4BB73C61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7772400" cy="6343193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148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7F8C95-951F-9098-CC7F-F731FC33A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0" y="6356469"/>
            <a:ext cx="6995160" cy="26822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ctr">
              <a:defRPr sz="2805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788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5C13F8A-9C96-BC4F-A27C-6AF68C9B9A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7772400" cy="8788900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vert="horz" lIns="91420" tIns="45710" rIns="91420" bIns="45710" anchor="ctr"/>
          <a:lstStyle>
            <a:lvl1pPr marL="0" indent="0" algn="ctr">
              <a:buNone/>
              <a:defRPr sz="1148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81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50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4326098" y="633312"/>
            <a:ext cx="3057684" cy="8363369"/>
          </a:xfrm>
          <a:prstGeom prst="rect">
            <a:avLst/>
          </a:prstGeom>
          <a:solidFill>
            <a:schemeClr val="accent4">
              <a:alpha val="25000"/>
            </a:schemeClr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E4A1D4-402D-E43A-DA8F-9D86491438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980" y="633307"/>
            <a:ext cx="2914650" cy="44704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buFont typeface="Arial" panose="020B0604020202020204" pitchFamily="34" charset="0"/>
              <a:buNone/>
              <a:defRPr sz="893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6A48D0D-58D2-4F34-4F9C-0B1450149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3504587"/>
            <a:ext cx="2929009" cy="2447544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2805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82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3567">
          <p15:clr>
            <a:srgbClr val="FBAE40"/>
          </p15:clr>
        </p15:guide>
        <p15:guide id="5" pos="227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11">
            <a:extLst>
              <a:ext uri="{FF2B5EF4-FFF2-40B4-BE49-F238E27FC236}">
                <a16:creationId xmlns:a16="http://schemas.microsoft.com/office/drawing/2014/main" id="{C83B223E-030E-74D0-B6FA-BEC3DA7BD3F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95953" y="2067561"/>
            <a:ext cx="6996177" cy="5767404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3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GB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B8D9E7-EAC8-4A5C-4139-BA396711F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980" y="8193420"/>
            <a:ext cx="3483220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Table caption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51B1935-8F76-89F3-34A7-104AF19A7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354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8CE7DB6-039C-AC58-5C90-9B19A4AA26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980" y="8193420"/>
            <a:ext cx="3483220" cy="536448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2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259062" indent="0">
              <a:buNone/>
              <a:defRPr/>
            </a:lvl2pPr>
            <a:lvl3pPr marL="363288" indent="0">
              <a:buNone/>
              <a:defRPr/>
            </a:lvl3pPr>
            <a:lvl4pPr marL="439187" indent="0">
              <a:buNone/>
              <a:defRPr/>
            </a:lvl4pPr>
            <a:lvl5pPr marL="511033" indent="0">
              <a:buNone/>
              <a:defRPr/>
            </a:lvl5pPr>
          </a:lstStyle>
          <a:p>
            <a:pPr lvl="0"/>
            <a:r>
              <a:rPr lang="en-GB" dirty="0"/>
              <a:t>Chart caption</a:t>
            </a:r>
          </a:p>
        </p:txBody>
      </p:sp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BD75F8AD-CDF4-CE28-1C24-08F6FA9598D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02979" y="2067561"/>
            <a:ext cx="6987388" cy="5774270"/>
          </a:xfrm>
          <a:prstGeom prst="rect">
            <a:avLst/>
          </a:prstGeom>
        </p:spPr>
        <p:txBody>
          <a:bodyPr vert="horz"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3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A57B70-3F6E-FA7F-CC44-293D6CF9E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444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duation cartoon bee">
            <a:extLst>
              <a:ext uri="{FF2B5EF4-FFF2-40B4-BE49-F238E27FC236}">
                <a16:creationId xmlns:a16="http://schemas.microsoft.com/office/drawing/2014/main" id="{F60903CA-D46B-AB62-389B-57AA262D15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k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duation cartoon bee">
            <a:extLst>
              <a:ext uri="{FF2B5EF4-FFF2-40B4-BE49-F238E27FC236}">
                <a16:creationId xmlns:a16="http://schemas.microsoft.com/office/drawing/2014/main" id="{80CB1373-46E9-81EF-0084-D631986A07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8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Graduation cartoon bee">
            <a:extLst>
              <a:ext uri="{FF2B5EF4-FFF2-40B4-BE49-F238E27FC236}">
                <a16:creationId xmlns:a16="http://schemas.microsoft.com/office/drawing/2014/main" id="{A208A707-E19A-EBE9-C28F-245C2DE074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6228" y="3749233"/>
            <a:ext cx="2219943" cy="25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8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455" y="2744639"/>
            <a:ext cx="3218140" cy="2280884"/>
          </a:xfrm>
        </p:spPr>
        <p:txBody>
          <a:bodyPr anchor="b" anchorCtr="0"/>
          <a:lstStyle>
            <a:lvl1pPr>
              <a:defRPr sz="2295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6455" y="5152136"/>
            <a:ext cx="3218140" cy="335280"/>
          </a:xfrm>
          <a:noFill/>
        </p:spPr>
        <p:txBody>
          <a:bodyPr/>
          <a:lstStyle>
            <a:lvl1pPr marL="0" indent="0">
              <a:buNone/>
              <a:defRPr sz="102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A092D-84F9-C1EA-52C2-99FAD9069063}"/>
              </a:ext>
            </a:extLst>
          </p:cNvPr>
          <p:cNvSpPr txBox="1"/>
          <p:nvPr userDrawn="1"/>
        </p:nvSpPr>
        <p:spPr>
          <a:xfrm>
            <a:off x="206455" y="645061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14" name="Picture 13" descr="Reading cartoon bee">
            <a:extLst>
              <a:ext uri="{FF2B5EF4-FFF2-40B4-BE49-F238E27FC236}">
                <a16:creationId xmlns:a16="http://schemas.microsoft.com/office/drawing/2014/main" id="{E0216A24-966B-9E1E-2954-678AF9D1E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27912" y="1911262"/>
            <a:ext cx="36671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1" y="563316"/>
            <a:ext cx="6995160" cy="10058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3E5826-E261-5240-BCCC-F517FDB6EB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8621" y="9493006"/>
            <a:ext cx="2890892" cy="11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83" b="0" i="0" spc="17" baseline="0" dirty="0">
                <a:solidFill>
                  <a:schemeClr val="tx1"/>
                </a:solidFill>
                <a:latin typeface="+mn-lt"/>
                <a:ea typeface="+mn-ea"/>
                <a:cs typeface="CiscoSansTT Light" panose="020B0503020201020303" pitchFamily="34" charset="0"/>
              </a:rPr>
              <a:t>Human Resources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1" y="2067560"/>
            <a:ext cx="6995159" cy="692912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07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4" r:id="rId1"/>
    <p:sldLayoutId id="2147484215" r:id="rId2"/>
    <p:sldLayoutId id="2147484216" r:id="rId3"/>
    <p:sldLayoutId id="2147484217" r:id="rId4"/>
    <p:sldLayoutId id="2147484218" r:id="rId5"/>
    <p:sldLayoutId id="2147484219" r:id="rId6"/>
    <p:sldLayoutId id="2147484220" r:id="rId7"/>
    <p:sldLayoutId id="2147484221" r:id="rId8"/>
    <p:sldLayoutId id="2147484222" r:id="rId9"/>
    <p:sldLayoutId id="2147484223" r:id="rId10"/>
    <p:sldLayoutId id="2147484224" r:id="rId11"/>
    <p:sldLayoutId id="2147484225" r:id="rId12"/>
    <p:sldLayoutId id="2147484226" r:id="rId13"/>
    <p:sldLayoutId id="2147484227" r:id="rId14"/>
    <p:sldLayoutId id="2147484228" r:id="rId15"/>
    <p:sldLayoutId id="2147484229" r:id="rId16"/>
    <p:sldLayoutId id="2147484230" r:id="rId17"/>
    <p:sldLayoutId id="2147484231" r:id="rId18"/>
    <p:sldLayoutId id="2147484232" r:id="rId19"/>
    <p:sldLayoutId id="2147484233" r:id="rId20"/>
    <p:sldLayoutId id="2147484234" r:id="rId21"/>
    <p:sldLayoutId id="2147484235" r:id="rId22"/>
    <p:sldLayoutId id="2147484236" r:id="rId23"/>
    <p:sldLayoutId id="2147484237" r:id="rId24"/>
    <p:sldLayoutId id="2147484238" r:id="rId25"/>
    <p:sldLayoutId id="2147484239" r:id="rId26"/>
    <p:sldLayoutId id="2147484240" r:id="rId27"/>
    <p:sldLayoutId id="2147484241" r:id="rId28"/>
    <p:sldLayoutId id="2147484242" r:id="rId29"/>
    <p:sldLayoutId id="2147484243" r:id="rId30"/>
    <p:sldLayoutId id="2147484244" r:id="rId31"/>
    <p:sldLayoutId id="2147484245" r:id="rId32"/>
    <p:sldLayoutId id="2147484246" r:id="rId33"/>
    <p:sldLayoutId id="2147484247" r:id="rId34"/>
    <p:sldLayoutId id="2147484248" r:id="rId35"/>
    <p:sldLayoutId id="2147484249" r:id="rId36"/>
    <p:sldLayoutId id="2147484250" r:id="rId37"/>
    <p:sldLayoutId id="2147484251" r:id="rId38"/>
    <p:sldLayoutId id="2147484252" r:id="rId39"/>
    <p:sldLayoutId id="2147484253" r:id="rId40"/>
    <p:sldLayoutId id="2147484254" r:id="rId41"/>
    <p:sldLayoutId id="2147484255" r:id="rId42"/>
    <p:sldLayoutId id="2147484256" r:id="rId43"/>
    <p:sldLayoutId id="2147484257" r:id="rId44"/>
    <p:sldLayoutId id="2147484258" r:id="rId45"/>
    <p:sldLayoutId id="2147484259" r:id="rId46"/>
    <p:sldLayoutId id="2147484260" r:id="rId47"/>
    <p:sldLayoutId id="2147484261" r:id="rId48"/>
    <p:sldLayoutId id="2147484262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2295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2pPr>
      <a:lvl3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3pPr>
      <a:lvl4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4pPr>
      <a:lvl5pPr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5pPr>
      <a:lvl6pPr marL="388617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6pPr>
      <a:lvl7pPr marL="777234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7pPr>
      <a:lvl8pPr marL="1165850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8pPr>
      <a:lvl9pPr marL="1554467" algn="l" defTabSz="5815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2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44382" indent="-144382" algn="l" defTabSz="581576" rtl="0" eaLnBrk="1" fontAlgn="base" hangingPunct="1">
        <a:lnSpc>
          <a:spcPct val="95000"/>
        </a:lnSpc>
        <a:spcBef>
          <a:spcPts val="914"/>
        </a:spcBef>
        <a:spcAft>
          <a:spcPct val="0"/>
        </a:spcAft>
        <a:buClrTx/>
        <a:buSzPct val="90000"/>
        <a:buFont typeface="Arial" charset="0"/>
        <a:buChar char="•"/>
        <a:defRPr lang="en-US" sz="153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291465" indent="-144721" algn="l" defTabSz="581576" rtl="0" eaLnBrk="1" fontAlgn="base" hangingPunct="1">
        <a:lnSpc>
          <a:spcPct val="95000"/>
        </a:lnSpc>
        <a:spcBef>
          <a:spcPts val="510"/>
        </a:spcBef>
        <a:spcAft>
          <a:spcPct val="0"/>
        </a:spcAft>
        <a:buClrTx/>
        <a:buFont typeface="Arial" charset="0"/>
        <a:buChar char="•"/>
        <a:defRPr lang="en-US" sz="1275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363320" indent="-146745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1148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438210" indent="-146745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102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11076" indent="-147757" algn="l" defTabSz="581576" rtl="0" eaLnBrk="1" fontAlgn="base" hangingPunct="1">
        <a:lnSpc>
          <a:spcPct val="95000"/>
        </a:lnSpc>
        <a:spcBef>
          <a:spcPts val="531"/>
        </a:spcBef>
        <a:spcAft>
          <a:spcPct val="0"/>
        </a:spcAft>
        <a:buClrTx/>
        <a:buFont typeface="Arial" charset="0"/>
        <a:buChar char="•"/>
        <a:defRPr lang="en-US" sz="893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734271" indent="-145727" algn="l" defTabSz="582906" rtl="0" eaLnBrk="1" latinLnBrk="0" hangingPunct="1">
        <a:spcBef>
          <a:spcPts val="510"/>
        </a:spcBef>
        <a:buFont typeface="Arial" pitchFamily="34" charset="0"/>
        <a:buChar char="•"/>
        <a:defRPr sz="76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95460" indent="-145708" algn="l" defTabSz="582906" rtl="0" eaLnBrk="1" latinLnBrk="0" hangingPunct="1">
        <a:spcBef>
          <a:spcPts val="510"/>
        </a:spcBef>
        <a:buFont typeface="Arial" pitchFamily="34" charset="0"/>
        <a:buChar char="•"/>
        <a:defRPr sz="68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040170" indent="0" algn="l" defTabSz="582906" rtl="0" eaLnBrk="1" latinLnBrk="0" hangingPunct="1">
        <a:spcBef>
          <a:spcPct val="20000"/>
        </a:spcBef>
        <a:buFont typeface="Arial" pitchFamily="34" charset="0"/>
        <a:buNone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477349" indent="-145727" algn="l" defTabSz="582906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1pPr>
      <a:lvl2pPr marL="291451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2pPr>
      <a:lvl3pPr marL="582906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3pPr>
      <a:lvl4pPr marL="874358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4pPr>
      <a:lvl5pPr marL="1165812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5pPr>
      <a:lvl6pPr marL="1457263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6pPr>
      <a:lvl7pPr marL="1748717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7pPr>
      <a:lvl8pPr marL="2040170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8pPr>
      <a:lvl9pPr marL="2331624" algn="l" defTabSz="582906" rtl="0" eaLnBrk="1" latinLnBrk="0" hangingPunct="1">
        <a:defRPr sz="1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6" pos="3835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240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672">
          <p15:clr>
            <a:srgbClr val="F26B43"/>
          </p15:clr>
        </p15:guide>
        <p15:guide id="13" orient="horz" pos="888">
          <p15:clr>
            <a:srgbClr val="F26B43"/>
          </p15:clr>
        </p15:guide>
        <p15:guide id="14" pos="245">
          <p15:clr>
            <a:srgbClr val="F26B43"/>
          </p15:clr>
        </p15:guide>
        <p15:guide id="15" pos="4651">
          <p15:clr>
            <a:srgbClr val="F26B43"/>
          </p15:clr>
        </p15:guide>
        <p15:guide id="16" pos="2445">
          <p15:clr>
            <a:srgbClr val="F26B43"/>
          </p15:clr>
        </p15:guide>
        <p15:guide id="17" orient="horz" pos="5667">
          <p15:clr>
            <a:srgbClr val="F26B43"/>
          </p15:clr>
        </p15:guide>
        <p15:guide id="18" orient="horz" pos="352">
          <p15:clr>
            <a:srgbClr val="F26B43"/>
          </p15:clr>
        </p15:guide>
        <p15:guide id="19" orient="horz" pos="3168">
          <p15:clr>
            <a:srgbClr val="F26B43"/>
          </p15:clr>
        </p15:guide>
        <p15:guide id="20" orient="horz" pos="986">
          <p15:clr>
            <a:srgbClr val="F26B43"/>
          </p15:clr>
        </p15:guide>
        <p15:guide id="21" orient="horz" pos="13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410C9E-97AA-4D31-9AA8-F07A8017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55" y="3540768"/>
            <a:ext cx="3367028" cy="990778"/>
          </a:xfrm>
        </p:spPr>
        <p:txBody>
          <a:bodyPr/>
          <a:lstStyle/>
          <a:p>
            <a:r>
              <a:rPr lang="en-US" b="1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Job Aid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A75835-5A67-698C-AA0B-62387C605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455" y="4656506"/>
            <a:ext cx="3218140" cy="335280"/>
          </a:xfrm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Step-by-Step Job Aid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073658-7E56-4713-4D36-111EF593FC75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31148-C13E-FB6A-4358-C152E74C67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329" y="9530454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1</a:t>
            </a:fld>
            <a:endParaRPr lang="en-US" sz="800" spc="17" baseline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EB3CC7-FBD2-04E7-4965-53D66B0C4DA6}"/>
              </a:ext>
            </a:extLst>
          </p:cNvPr>
          <p:cNvCxnSpPr>
            <a:cxnSpLocks/>
          </p:cNvCxnSpPr>
          <p:nvPr/>
        </p:nvCxnSpPr>
        <p:spPr>
          <a:xfrm>
            <a:off x="415329" y="1291999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9345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5D2AC-B79F-E740-772E-6E2C9DEC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239122B-E48E-A4D3-8A9A-F7B4E2CB73F2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41987270-2C12-6A2A-F3E9-3E57D4577732}"/>
              </a:ext>
            </a:extLst>
          </p:cNvPr>
          <p:cNvSpPr/>
          <p:nvPr/>
        </p:nvSpPr>
        <p:spPr>
          <a:xfrm>
            <a:off x="421532" y="1667208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CBE5EB84-656F-B540-0DAD-F15CF665DCBC}"/>
              </a:ext>
            </a:extLst>
          </p:cNvPr>
          <p:cNvSpPr txBox="1">
            <a:spLocks/>
          </p:cNvSpPr>
          <p:nvPr/>
        </p:nvSpPr>
        <p:spPr>
          <a:xfrm>
            <a:off x="749732" y="1893282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Explain what the job aid is about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2662CF64-50C5-B13D-E299-4B3F2A37AC26}"/>
              </a:ext>
            </a:extLst>
          </p:cNvPr>
          <p:cNvSpPr txBox="1">
            <a:spLocks/>
          </p:cNvSpPr>
          <p:nvPr/>
        </p:nvSpPr>
        <p:spPr>
          <a:xfrm>
            <a:off x="749732" y="4073779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C5E24BC-5739-A9E6-E2C1-713D9E506A74}"/>
              </a:ext>
            </a:extLst>
          </p:cNvPr>
          <p:cNvSpPr txBox="1">
            <a:spLocks/>
          </p:cNvSpPr>
          <p:nvPr/>
        </p:nvSpPr>
        <p:spPr>
          <a:xfrm>
            <a:off x="749732" y="6254276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C5247-0D7F-4C6B-3318-0846287391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2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167FC-A28B-6045-5FC0-D5E118E293C8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Introduction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CC666-8B8A-8F34-E7EF-F440BF9C8134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7B8F8-A987-467E-BFF1-2B4F684C753D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2350A8-B1CA-E27E-12B8-7A751CEEC534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ounded Rectangle 85">
            <a:extLst>
              <a:ext uri="{FF2B5EF4-FFF2-40B4-BE49-F238E27FC236}">
                <a16:creationId xmlns:a16="http://schemas.microsoft.com/office/drawing/2014/main" id="{78C36435-69CB-F04E-75C1-263D5DE1E15C}"/>
              </a:ext>
            </a:extLst>
          </p:cNvPr>
          <p:cNvSpPr/>
          <p:nvPr/>
        </p:nvSpPr>
        <p:spPr>
          <a:xfrm>
            <a:off x="421532" y="3868668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A2256FB-F322-7C40-4C1A-21691C05A03E}"/>
              </a:ext>
            </a:extLst>
          </p:cNvPr>
          <p:cNvSpPr txBox="1">
            <a:spLocks/>
          </p:cNvSpPr>
          <p:nvPr/>
        </p:nvSpPr>
        <p:spPr>
          <a:xfrm>
            <a:off x="749732" y="4094742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Explain the goal of the job aid</a:t>
            </a:r>
          </a:p>
        </p:txBody>
      </p:sp>
      <p:sp>
        <p:nvSpPr>
          <p:cNvPr id="16" name="Rounded Rectangle 85">
            <a:extLst>
              <a:ext uri="{FF2B5EF4-FFF2-40B4-BE49-F238E27FC236}">
                <a16:creationId xmlns:a16="http://schemas.microsoft.com/office/drawing/2014/main" id="{A062FA59-9530-FEF9-3149-A8C07475E046}"/>
              </a:ext>
            </a:extLst>
          </p:cNvPr>
          <p:cNvSpPr/>
          <p:nvPr/>
        </p:nvSpPr>
        <p:spPr>
          <a:xfrm>
            <a:off x="421532" y="6070129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477E0F-924D-4196-CA32-12D45FD0F3BF}"/>
              </a:ext>
            </a:extLst>
          </p:cNvPr>
          <p:cNvSpPr txBox="1">
            <a:spLocks/>
          </p:cNvSpPr>
          <p:nvPr/>
        </p:nvSpPr>
        <p:spPr>
          <a:xfrm>
            <a:off x="749732" y="6296203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Explain anything else relevant </a:t>
            </a:r>
          </a:p>
        </p:txBody>
      </p:sp>
    </p:spTree>
    <p:extLst>
      <p:ext uri="{BB962C8B-B14F-4D97-AF65-F5344CB8AC3E}">
        <p14:creationId xmlns:p14="http://schemas.microsoft.com/office/powerpoint/2010/main" val="321757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>
            <a:alpha val="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FF3CD-882E-E5A9-9C80-7CC2A000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13BF7FF-E409-2346-859A-ECFEC72A9C69}"/>
              </a:ext>
            </a:extLst>
          </p:cNvPr>
          <p:cNvSpPr txBox="1"/>
          <p:nvPr/>
        </p:nvSpPr>
        <p:spPr>
          <a:xfrm>
            <a:off x="379065" y="2804181"/>
            <a:ext cx="2259993" cy="355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3736" marR="0" lvl="0" indent="-173736" algn="l" defTabSz="609559" rtl="0" eaLnBrk="1" fontAlgn="base" latinLnBrk="0" hangingPunct="1">
              <a:lnSpc>
                <a:spcPct val="95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6552B16-A4DC-AA50-9560-F51B761CC1A8}"/>
              </a:ext>
            </a:extLst>
          </p:cNvPr>
          <p:cNvCxnSpPr>
            <a:cxnSpLocks/>
          </p:cNvCxnSpPr>
          <p:nvPr/>
        </p:nvCxnSpPr>
        <p:spPr>
          <a:xfrm flipV="1">
            <a:off x="3190001" y="1601998"/>
            <a:ext cx="0" cy="4859767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9E20560-418E-7573-5670-3F34FA48D512}"/>
              </a:ext>
            </a:extLst>
          </p:cNvPr>
          <p:cNvSpPr txBox="1"/>
          <p:nvPr/>
        </p:nvSpPr>
        <p:spPr>
          <a:xfrm>
            <a:off x="476289" y="1831964"/>
            <a:ext cx="2481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609559" rtl="0" eaLnBrk="1" fontAlgn="base" latinLnBrk="0" hangingPunct="1"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Information about the job aid</a:t>
            </a:r>
            <a:endParaRPr dirty="0">
              <a:solidFill>
                <a:srgbClr val="262B3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B0328E5-6984-0FCD-E91D-BFA698404674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Table of Contents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948FF43-8DFD-F87E-6BB7-324D2FB0E0D8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453413-052B-35A4-7963-49FEA2E9BA16}"/>
              </a:ext>
            </a:extLst>
          </p:cNvPr>
          <p:cNvSpPr txBox="1"/>
          <p:nvPr/>
        </p:nvSpPr>
        <p:spPr>
          <a:xfrm>
            <a:off x="378142" y="6554527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Disclaimer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212064D-9909-6A62-B324-15FE6047A87A}"/>
              </a:ext>
            </a:extLst>
          </p:cNvPr>
          <p:cNvSpPr/>
          <p:nvPr/>
        </p:nvSpPr>
        <p:spPr>
          <a:xfrm>
            <a:off x="421532" y="7141100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6C7FD204-8D46-61E0-D3A6-353F7BC756A7}"/>
              </a:ext>
            </a:extLst>
          </p:cNvPr>
          <p:cNvSpPr txBox="1">
            <a:spLocks/>
          </p:cNvSpPr>
          <p:nvPr/>
        </p:nvSpPr>
        <p:spPr>
          <a:xfrm>
            <a:off x="749732" y="7367174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Job aid disclaimer goes here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C00382-747F-0CC3-EF19-134FDF1DAD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3</a:t>
            </a:fld>
            <a:endParaRPr lang="en-US" sz="800" spc="17" baseline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8DB43A-7180-D050-012A-30FD886F4EE7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5E421-2CE8-377D-45F9-E90C2D94727E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E0D669-2C3E-9E73-B644-925EE3BDF8DC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C18D3AD1-51B9-69A3-0EAB-8FC3E4ADB768}"/>
              </a:ext>
            </a:extLst>
          </p:cNvPr>
          <p:cNvSpPr/>
          <p:nvPr/>
        </p:nvSpPr>
        <p:spPr>
          <a:xfrm>
            <a:off x="3449053" y="1718701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11" name="Text Placeholder 5">
            <a:extLst>
              <a:ext uri="{FF2B5EF4-FFF2-40B4-BE49-F238E27FC236}">
                <a16:creationId xmlns:a16="http://schemas.microsoft.com/office/drawing/2014/main" id="{9AF4B4B5-47E6-8D42-726C-127608C45FA1}"/>
              </a:ext>
            </a:extLst>
          </p:cNvPr>
          <p:cNvSpPr txBox="1">
            <a:spLocks/>
          </p:cNvSpPr>
          <p:nvPr/>
        </p:nvSpPr>
        <p:spPr>
          <a:xfrm>
            <a:off x="3643003" y="2273049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marR="0" lvl="0" indent="-171450" algn="l" defTabSz="581576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1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2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3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4</a:t>
            </a:r>
          </a:p>
        </p:txBody>
      </p:sp>
      <p:sp>
        <p:nvSpPr>
          <p:cNvPr id="112" name="Text Placeholder 1">
            <a:extLst>
              <a:ext uri="{FF2B5EF4-FFF2-40B4-BE49-F238E27FC236}">
                <a16:creationId xmlns:a16="http://schemas.microsoft.com/office/drawing/2014/main" id="{16C0A977-F77F-A106-9C0B-051B4E7D077C}"/>
              </a:ext>
            </a:extLst>
          </p:cNvPr>
          <p:cNvSpPr txBox="1">
            <a:spLocks/>
          </p:cNvSpPr>
          <p:nvPr/>
        </p:nvSpPr>
        <p:spPr>
          <a:xfrm>
            <a:off x="3703255" y="1842201"/>
            <a:ext cx="3522907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81576" rtl="0" eaLnBrk="1" fontAlgn="base" latinLnBrk="0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16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Job Aid Topic 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1182E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54072D3-6132-D8ED-C0D8-D0423D3AFD4D}"/>
              </a:ext>
            </a:extLst>
          </p:cNvPr>
          <p:cNvCxnSpPr>
            <a:cxnSpLocks/>
          </p:cNvCxnSpPr>
          <p:nvPr/>
        </p:nvCxnSpPr>
        <p:spPr>
          <a:xfrm>
            <a:off x="3643003" y="2207732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03">
            <a:extLst>
              <a:ext uri="{FF2B5EF4-FFF2-40B4-BE49-F238E27FC236}">
                <a16:creationId xmlns:a16="http://schemas.microsoft.com/office/drawing/2014/main" id="{66345011-7FA7-06B1-C876-3EE5A1CDD737}"/>
              </a:ext>
            </a:extLst>
          </p:cNvPr>
          <p:cNvSpPr/>
          <p:nvPr/>
        </p:nvSpPr>
        <p:spPr>
          <a:xfrm>
            <a:off x="3444246" y="4177108"/>
            <a:ext cx="3949089" cy="2167954"/>
          </a:xfrm>
          <a:prstGeom prst="roundRect">
            <a:avLst>
              <a:gd name="adj" fmla="val 7776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FCEAF4B-5752-D239-EFBA-A9BFBFE5EDAE}"/>
              </a:ext>
            </a:extLst>
          </p:cNvPr>
          <p:cNvSpPr txBox="1">
            <a:spLocks/>
          </p:cNvSpPr>
          <p:nvPr/>
        </p:nvSpPr>
        <p:spPr>
          <a:xfrm>
            <a:off x="3638196" y="4731456"/>
            <a:ext cx="3627992" cy="143244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marR="0" lvl="0" indent="-171450" algn="l" defTabSz="581576" rtl="0" eaLnBrk="1" fontAlgn="base" latinLnBrk="0" hangingPunct="1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1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2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3</a:t>
            </a:r>
          </a:p>
          <a:p>
            <a:pPr marL="173736" indent="-171450">
              <a:spcBef>
                <a:spcPts val="200"/>
              </a:spcBef>
              <a:spcAft>
                <a:spcPts val="200"/>
              </a:spcAft>
              <a:buClr>
                <a:srgbClr val="FFAABD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262B3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Sub-topic 4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B1A0504-8CB6-15B3-97A0-16BED935604F}"/>
              </a:ext>
            </a:extLst>
          </p:cNvPr>
          <p:cNvSpPr txBox="1">
            <a:spLocks/>
          </p:cNvSpPr>
          <p:nvPr/>
        </p:nvSpPr>
        <p:spPr>
          <a:xfrm>
            <a:off x="3698448" y="4300608"/>
            <a:ext cx="3522907" cy="442951"/>
          </a:xfrm>
          <a:prstGeom prst="rect">
            <a:avLst/>
          </a:prstGeom>
        </p:spPr>
        <p:txBody>
          <a:bodyPr/>
          <a:lstStyle>
            <a:lvl1pPr marL="144382" indent="-144382" algn="l" defTabSz="581576" rtl="0" eaLnBrk="1" fontAlgn="base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153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291465" indent="-144721" algn="l" defTabSz="581576" rtl="0" eaLnBrk="1" fontAlgn="base" hangingPunct="1">
              <a:lnSpc>
                <a:spcPct val="95000"/>
              </a:lnSpc>
              <a:spcBef>
                <a:spcPts val="51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275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36332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148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438210" indent="-146745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02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511076" indent="-147757" algn="l" defTabSz="581576" rtl="0" eaLnBrk="1" fontAlgn="base" hangingPunct="1">
              <a:lnSpc>
                <a:spcPct val="95000"/>
              </a:lnSpc>
              <a:spcBef>
                <a:spcPts val="531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893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734271" indent="-145727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765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5460" indent="-145708" algn="l" defTabSz="582906" rtl="0" eaLnBrk="1" latinLnBrk="0" hangingPunct="1">
              <a:spcBef>
                <a:spcPts val="510"/>
              </a:spcBef>
              <a:buFont typeface="Arial" pitchFamily="34" charset="0"/>
              <a:buChar char="•"/>
              <a:defRPr sz="68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40170" indent="0" algn="l" defTabSz="582906" rtl="0" eaLnBrk="1" latinLnBrk="0" hangingPunct="1">
              <a:spcBef>
                <a:spcPct val="20000"/>
              </a:spcBef>
              <a:buFont typeface="Arial" pitchFamily="34" charset="0"/>
              <a:buNone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77349" indent="-145727" algn="l" defTabSz="582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81576" rtl="0" eaLnBrk="1" fontAlgn="base" latinLnBrk="0" hangingPunct="1">
              <a:lnSpc>
                <a:spcPct val="95000"/>
              </a:lnSpc>
              <a:spcBef>
                <a:spcPts val="914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lang="en-US" sz="16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Job Aid Topic 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1182E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E9ADD6-A798-258D-CCFD-1A81195D38DB}"/>
              </a:ext>
            </a:extLst>
          </p:cNvPr>
          <p:cNvCxnSpPr>
            <a:cxnSpLocks/>
          </p:cNvCxnSpPr>
          <p:nvPr/>
        </p:nvCxnSpPr>
        <p:spPr>
          <a:xfrm>
            <a:off x="3638196" y="4666139"/>
            <a:ext cx="3522907" cy="0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97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4">
            <a:extLst>
              <a:ext uri="{FF2B5EF4-FFF2-40B4-BE49-F238E27FC236}">
                <a16:creationId xmlns:a16="http://schemas.microsoft.com/office/drawing/2014/main" id="{FBDDCE8E-58B5-CDA8-097D-68748FD6BB14}"/>
              </a:ext>
            </a:extLst>
          </p:cNvPr>
          <p:cNvSpPr/>
          <p:nvPr/>
        </p:nvSpPr>
        <p:spPr>
          <a:xfrm>
            <a:off x="378719" y="1715249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0E8AF73-5977-0E98-E275-9BA900513727}"/>
              </a:ext>
            </a:extLst>
          </p:cNvPr>
          <p:cNvSpPr txBox="1">
            <a:spLocks/>
          </p:cNvSpPr>
          <p:nvPr/>
        </p:nvSpPr>
        <p:spPr>
          <a:xfrm>
            <a:off x="561703" y="1724044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Decision Point Content&gt;</a:t>
            </a:r>
          </a:p>
        </p:txBody>
      </p:sp>
      <p:sp>
        <p:nvSpPr>
          <p:cNvPr id="63" name="Rectangle: Rounded Corners 34">
            <a:extLst>
              <a:ext uri="{FF2B5EF4-FFF2-40B4-BE49-F238E27FC236}">
                <a16:creationId xmlns:a16="http://schemas.microsoft.com/office/drawing/2014/main" id="{53A9BB2C-F45C-45C7-7161-3873B5A40DC3}"/>
              </a:ext>
            </a:extLst>
          </p:cNvPr>
          <p:cNvSpPr/>
          <p:nvPr/>
        </p:nvSpPr>
        <p:spPr>
          <a:xfrm>
            <a:off x="378719" y="2937047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E612D2AF-3C27-E538-8E94-1EB6B4EB9893}"/>
              </a:ext>
            </a:extLst>
          </p:cNvPr>
          <p:cNvSpPr txBox="1">
            <a:spLocks/>
          </p:cNvSpPr>
          <p:nvPr/>
        </p:nvSpPr>
        <p:spPr>
          <a:xfrm>
            <a:off x="561703" y="2945842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Decision Point Content&gt;</a:t>
            </a:r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86BDAF23-10ED-292F-EE0A-9220B283CD54}"/>
              </a:ext>
            </a:extLst>
          </p:cNvPr>
          <p:cNvSpPr/>
          <p:nvPr/>
        </p:nvSpPr>
        <p:spPr>
          <a:xfrm>
            <a:off x="4055260" y="2017530"/>
            <a:ext cx="739990" cy="739990"/>
          </a:xfrm>
          <a:prstGeom prst="arc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FCE4C760-F697-083C-68F8-6EC8673CA6EC}"/>
              </a:ext>
            </a:extLst>
          </p:cNvPr>
          <p:cNvSpPr/>
          <p:nvPr/>
        </p:nvSpPr>
        <p:spPr>
          <a:xfrm>
            <a:off x="4055834" y="3239058"/>
            <a:ext cx="739990" cy="739990"/>
          </a:xfrm>
          <a:prstGeom prst="arc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69" name="Rectangle: Rounded Corners 34">
            <a:extLst>
              <a:ext uri="{FF2B5EF4-FFF2-40B4-BE49-F238E27FC236}">
                <a16:creationId xmlns:a16="http://schemas.microsoft.com/office/drawing/2014/main" id="{736482A6-1C7A-7666-DE07-73E8F66EEADF}"/>
              </a:ext>
            </a:extLst>
          </p:cNvPr>
          <p:cNvSpPr/>
          <p:nvPr/>
        </p:nvSpPr>
        <p:spPr>
          <a:xfrm>
            <a:off x="381879" y="4154447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6FE9133-2C70-BFEC-E40C-F5C99F1D2FDE}"/>
              </a:ext>
            </a:extLst>
          </p:cNvPr>
          <p:cNvSpPr txBox="1">
            <a:spLocks/>
          </p:cNvSpPr>
          <p:nvPr/>
        </p:nvSpPr>
        <p:spPr>
          <a:xfrm>
            <a:off x="564863" y="4163242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Decision Point Content&gt;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ACD67ED-5D0B-C0FF-410E-A01F031AFFFC}"/>
              </a:ext>
            </a:extLst>
          </p:cNvPr>
          <p:cNvCxnSpPr>
            <a:cxnSpLocks/>
          </p:cNvCxnSpPr>
          <p:nvPr/>
        </p:nvCxnSpPr>
        <p:spPr>
          <a:xfrm>
            <a:off x="3857880" y="4464282"/>
            <a:ext cx="151342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8C8A231-6228-929C-6921-E5DCF24829F8}"/>
              </a:ext>
            </a:extLst>
          </p:cNvPr>
          <p:cNvCxnSpPr>
            <a:stCxn id="65" idx="2"/>
          </p:cNvCxnSpPr>
          <p:nvPr/>
        </p:nvCxnSpPr>
        <p:spPr>
          <a:xfrm>
            <a:off x="4795250" y="2387525"/>
            <a:ext cx="0" cy="209681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C841F4C-62D9-4044-97DA-7ECF48613E8F}"/>
              </a:ext>
            </a:extLst>
          </p:cNvPr>
          <p:cNvCxnSpPr>
            <a:cxnSpLocks/>
          </p:cNvCxnSpPr>
          <p:nvPr/>
        </p:nvCxnSpPr>
        <p:spPr>
          <a:xfrm>
            <a:off x="2100722" y="2311176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47DB7AA-F307-D559-B580-76548122DB87}"/>
              </a:ext>
            </a:extLst>
          </p:cNvPr>
          <p:cNvCxnSpPr>
            <a:cxnSpLocks/>
          </p:cNvCxnSpPr>
          <p:nvPr/>
        </p:nvCxnSpPr>
        <p:spPr>
          <a:xfrm>
            <a:off x="2101623" y="3523717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84B9856-5D53-431C-2049-7C22002879A5}"/>
              </a:ext>
            </a:extLst>
          </p:cNvPr>
          <p:cNvCxnSpPr>
            <a:cxnSpLocks/>
          </p:cNvCxnSpPr>
          <p:nvPr/>
        </p:nvCxnSpPr>
        <p:spPr>
          <a:xfrm>
            <a:off x="2100722" y="4759009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34">
            <a:extLst>
              <a:ext uri="{FF2B5EF4-FFF2-40B4-BE49-F238E27FC236}">
                <a16:creationId xmlns:a16="http://schemas.microsoft.com/office/drawing/2014/main" id="{10E6D57B-BF19-2DA9-BC58-1C1EABB29E57}"/>
              </a:ext>
            </a:extLst>
          </p:cNvPr>
          <p:cNvSpPr/>
          <p:nvPr/>
        </p:nvSpPr>
        <p:spPr>
          <a:xfrm>
            <a:off x="382497" y="5382592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E3B3FFA2-A3BB-85FE-24E9-24CBE3DDEE0B}"/>
              </a:ext>
            </a:extLst>
          </p:cNvPr>
          <p:cNvSpPr txBox="1">
            <a:spLocks/>
          </p:cNvSpPr>
          <p:nvPr/>
        </p:nvSpPr>
        <p:spPr>
          <a:xfrm>
            <a:off x="565481" y="5391387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Decision Point Content&gt;</a:t>
            </a:r>
          </a:p>
        </p:txBody>
      </p:sp>
      <p:sp>
        <p:nvSpPr>
          <p:cNvPr id="95" name="Rectangle: Rounded Corners 34">
            <a:extLst>
              <a:ext uri="{FF2B5EF4-FFF2-40B4-BE49-F238E27FC236}">
                <a16:creationId xmlns:a16="http://schemas.microsoft.com/office/drawing/2014/main" id="{7A947950-28F9-A462-A9BC-D5C3754392A6}"/>
              </a:ext>
            </a:extLst>
          </p:cNvPr>
          <p:cNvSpPr/>
          <p:nvPr/>
        </p:nvSpPr>
        <p:spPr>
          <a:xfrm>
            <a:off x="385657" y="6599992"/>
            <a:ext cx="3474720" cy="60456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7182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6" name="Content Placeholder 2">
            <a:extLst>
              <a:ext uri="{FF2B5EF4-FFF2-40B4-BE49-F238E27FC236}">
                <a16:creationId xmlns:a16="http://schemas.microsoft.com/office/drawing/2014/main" id="{190BB598-0B7F-F72F-0BDB-3F072993A6D3}"/>
              </a:ext>
            </a:extLst>
          </p:cNvPr>
          <p:cNvSpPr txBox="1">
            <a:spLocks/>
          </p:cNvSpPr>
          <p:nvPr/>
        </p:nvSpPr>
        <p:spPr>
          <a:xfrm>
            <a:off x="568641" y="6608787"/>
            <a:ext cx="3091943" cy="59576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Decision Point Content&gt;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637BA29-3131-9991-636A-74BD7E1EC33C}"/>
              </a:ext>
            </a:extLst>
          </p:cNvPr>
          <p:cNvCxnSpPr>
            <a:cxnSpLocks/>
          </p:cNvCxnSpPr>
          <p:nvPr/>
        </p:nvCxnSpPr>
        <p:spPr>
          <a:xfrm>
            <a:off x="2105401" y="5969262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40C3741-2F3A-DAED-5DF7-AE2F7E013ECF}"/>
              </a:ext>
            </a:extLst>
          </p:cNvPr>
          <p:cNvCxnSpPr>
            <a:cxnSpLocks/>
          </p:cNvCxnSpPr>
          <p:nvPr/>
        </p:nvCxnSpPr>
        <p:spPr>
          <a:xfrm>
            <a:off x="2104500" y="7204554"/>
            <a:ext cx="0" cy="5486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49E7B20-0B9B-71AE-B32E-26A6015A1CFB}"/>
              </a:ext>
            </a:extLst>
          </p:cNvPr>
          <p:cNvGrpSpPr/>
          <p:nvPr/>
        </p:nvGrpSpPr>
        <p:grpSpPr>
          <a:xfrm flipV="1">
            <a:off x="4031290" y="4427114"/>
            <a:ext cx="765801" cy="2466807"/>
            <a:chOff x="-1211059" y="5872909"/>
            <a:chExt cx="765801" cy="2466807"/>
          </a:xfrm>
        </p:grpSpPr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8670C28C-7FE3-11DE-3763-262FEBC8FF46}"/>
                </a:ext>
              </a:extLst>
            </p:cNvPr>
            <p:cNvSpPr/>
            <p:nvPr/>
          </p:nvSpPr>
          <p:spPr>
            <a:xfrm>
              <a:off x="-1185822" y="5872909"/>
              <a:ext cx="739990" cy="739990"/>
            </a:xfrm>
            <a:prstGeom prst="arc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3778CF0A-5473-FF91-EB5B-423A297D505F}"/>
                </a:ext>
              </a:extLst>
            </p:cNvPr>
            <p:cNvSpPr/>
            <p:nvPr/>
          </p:nvSpPr>
          <p:spPr>
            <a:xfrm>
              <a:off x="-1211059" y="7067804"/>
              <a:ext cx="765801" cy="739990"/>
            </a:xfrm>
            <a:prstGeom prst="arc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D965DF3-1CC4-4150-A4B1-F8879C71F041}"/>
                </a:ext>
              </a:extLst>
            </p:cNvPr>
            <p:cNvCxnSpPr>
              <a:stCxn id="102" idx="2"/>
            </p:cNvCxnSpPr>
            <p:nvPr/>
          </p:nvCxnSpPr>
          <p:spPr>
            <a:xfrm>
              <a:off x="-445832" y="6242904"/>
              <a:ext cx="0" cy="2096812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4DBE88F-5AA1-049A-6D61-9F9F615BE348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3853439" y="3239058"/>
            <a:ext cx="577389" cy="27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9837454-A089-F570-E587-08D3EAE7D7F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853439" y="2017530"/>
            <a:ext cx="581163" cy="55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C0B60EE-A229-3C2F-9686-EAB82AD312C2}"/>
              </a:ext>
            </a:extLst>
          </p:cNvPr>
          <p:cNvCxnSpPr>
            <a:cxnSpLocks/>
          </p:cNvCxnSpPr>
          <p:nvPr/>
        </p:nvCxnSpPr>
        <p:spPr>
          <a:xfrm>
            <a:off x="3886200" y="6892317"/>
            <a:ext cx="540782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6CAC338-8433-0ED3-C945-765565F84FC0}"/>
              </a:ext>
            </a:extLst>
          </p:cNvPr>
          <p:cNvCxnSpPr>
            <a:cxnSpLocks/>
          </p:cNvCxnSpPr>
          <p:nvPr/>
        </p:nvCxnSpPr>
        <p:spPr>
          <a:xfrm>
            <a:off x="3864168" y="5699772"/>
            <a:ext cx="561087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ctagon 153">
            <a:extLst>
              <a:ext uri="{FF2B5EF4-FFF2-40B4-BE49-F238E27FC236}">
                <a16:creationId xmlns:a16="http://schemas.microsoft.com/office/drawing/2014/main" id="{DA29ECC9-5688-4124-D57B-2DEEC7EB3D12}"/>
              </a:ext>
            </a:extLst>
          </p:cNvPr>
          <p:cNvSpPr/>
          <p:nvPr/>
        </p:nvSpPr>
        <p:spPr>
          <a:xfrm>
            <a:off x="5379952" y="3577368"/>
            <a:ext cx="1701800" cy="1727200"/>
          </a:xfrm>
          <a:prstGeom prst="octagon">
            <a:avLst/>
          </a:prstGeom>
          <a:noFill/>
          <a:ln w="12700">
            <a:solidFill>
              <a:srgbClr val="D73E4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C83B61BE-E912-48D3-8F28-3D06519C0420}"/>
              </a:ext>
            </a:extLst>
          </p:cNvPr>
          <p:cNvSpPr txBox="1">
            <a:spLocks/>
          </p:cNvSpPr>
          <p:nvPr/>
        </p:nvSpPr>
        <p:spPr>
          <a:xfrm>
            <a:off x="5460204" y="3747409"/>
            <a:ext cx="1605016" cy="1375206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Stop Point Verbiage&gt;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A4052A2-248E-888C-7CB5-072569EBD3EE}"/>
              </a:ext>
            </a:extLst>
          </p:cNvPr>
          <p:cNvSpPr txBox="1"/>
          <p:nvPr/>
        </p:nvSpPr>
        <p:spPr>
          <a:xfrm>
            <a:off x="1855273" y="2419833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Yes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8B0FDF2-9DAA-E2A9-72E9-4537D0639AE3}"/>
              </a:ext>
            </a:extLst>
          </p:cNvPr>
          <p:cNvSpPr txBox="1"/>
          <p:nvPr/>
        </p:nvSpPr>
        <p:spPr>
          <a:xfrm>
            <a:off x="1862469" y="3623699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Yes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F487AF2-5373-5062-3CB1-A3F9474819B9}"/>
              </a:ext>
            </a:extLst>
          </p:cNvPr>
          <p:cNvSpPr txBox="1"/>
          <p:nvPr/>
        </p:nvSpPr>
        <p:spPr>
          <a:xfrm>
            <a:off x="1852896" y="4862005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Yes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0104B97-D577-8A2B-BC73-4F957D499562}"/>
              </a:ext>
            </a:extLst>
          </p:cNvPr>
          <p:cNvSpPr txBox="1"/>
          <p:nvPr/>
        </p:nvSpPr>
        <p:spPr>
          <a:xfrm>
            <a:off x="1862469" y="6062097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Yes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9ADD39D-A445-0FB6-7C01-B5A62AF7A1AA}"/>
              </a:ext>
            </a:extLst>
          </p:cNvPr>
          <p:cNvSpPr txBox="1"/>
          <p:nvPr/>
        </p:nvSpPr>
        <p:spPr>
          <a:xfrm>
            <a:off x="1852896" y="7300403"/>
            <a:ext cx="492443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solidFill>
                  <a:srgbClr val="D73E45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No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D3404ED-3AC9-30F7-6CEB-38F3167658D0}"/>
              </a:ext>
            </a:extLst>
          </p:cNvPr>
          <p:cNvSpPr txBox="1"/>
          <p:nvPr/>
        </p:nvSpPr>
        <p:spPr>
          <a:xfrm>
            <a:off x="4031292" y="3115391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No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59ABFD9-6CD9-38CD-51B2-903905A871B3}"/>
              </a:ext>
            </a:extLst>
          </p:cNvPr>
          <p:cNvSpPr txBox="1"/>
          <p:nvPr/>
        </p:nvSpPr>
        <p:spPr>
          <a:xfrm>
            <a:off x="4031291" y="5575807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No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B97BD84-D05A-6D65-8E4C-E801D712E82B}"/>
              </a:ext>
            </a:extLst>
          </p:cNvPr>
          <p:cNvSpPr txBox="1"/>
          <p:nvPr/>
        </p:nvSpPr>
        <p:spPr>
          <a:xfrm>
            <a:off x="4029842" y="4329547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No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A3501E-7DE5-66EB-0C3F-B2B5D8A62694}"/>
              </a:ext>
            </a:extLst>
          </p:cNvPr>
          <p:cNvSpPr txBox="1"/>
          <p:nvPr/>
        </p:nvSpPr>
        <p:spPr>
          <a:xfrm>
            <a:off x="4029842" y="1892324"/>
            <a:ext cx="336345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rgbClr val="D73E45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No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148F2A9-FA66-A120-B2A2-BA774A3CB198}"/>
              </a:ext>
            </a:extLst>
          </p:cNvPr>
          <p:cNvSpPr txBox="1"/>
          <p:nvPr/>
        </p:nvSpPr>
        <p:spPr>
          <a:xfrm>
            <a:off x="3994525" y="6770450"/>
            <a:ext cx="406977" cy="254361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400">
                <a:solidFill>
                  <a:schemeClr val="accent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Yes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C9AD329-7688-B546-A7C2-7CE0C7642184}"/>
              </a:ext>
            </a:extLst>
          </p:cNvPr>
          <p:cNvSpPr/>
          <p:nvPr/>
        </p:nvSpPr>
        <p:spPr>
          <a:xfrm>
            <a:off x="5396236" y="6882994"/>
            <a:ext cx="1728216" cy="172821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4C5CE94-E39C-095E-9BAE-AB170C8811A1}"/>
              </a:ext>
            </a:extLst>
          </p:cNvPr>
          <p:cNvCxnSpPr/>
          <p:nvPr/>
        </p:nvCxnSpPr>
        <p:spPr>
          <a:xfrm>
            <a:off x="2094881" y="7753194"/>
            <a:ext cx="307373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Content Placeholder 2">
            <a:extLst>
              <a:ext uri="{FF2B5EF4-FFF2-40B4-BE49-F238E27FC236}">
                <a16:creationId xmlns:a16="http://schemas.microsoft.com/office/drawing/2014/main" id="{F14A94E0-9796-436A-12AB-C2CE64384E82}"/>
              </a:ext>
            </a:extLst>
          </p:cNvPr>
          <p:cNvSpPr txBox="1">
            <a:spLocks/>
          </p:cNvSpPr>
          <p:nvPr/>
        </p:nvSpPr>
        <p:spPr>
          <a:xfrm>
            <a:off x="5455413" y="7091315"/>
            <a:ext cx="1605016" cy="1375206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None/>
            </a:pPr>
            <a:r>
              <a:rPr lang="en-US"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Next Step Verbiage&gt;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41BA4E3-E11D-12E5-F0EE-2AD2EE3D15B2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Topic Title</a:t>
            </a:r>
            <a:r>
              <a:rPr lang="en-US" sz="16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 </a:t>
            </a:r>
            <a:endParaRPr lang="en-US" sz="1400" dirty="0">
              <a:solidFill>
                <a:srgbClr val="07182D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C4FBF3AB-FDB6-B6F1-EA43-ACC17C184C5F}"/>
              </a:ext>
            </a:extLst>
          </p:cNvPr>
          <p:cNvSpPr/>
          <p:nvPr/>
        </p:nvSpPr>
        <p:spPr>
          <a:xfrm>
            <a:off x="5117850" y="1714259"/>
            <a:ext cx="2229158" cy="1480741"/>
          </a:xfrm>
          <a:prstGeom prst="roundRect">
            <a:avLst>
              <a:gd name="adj" fmla="val 12922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A19954-79D0-F6AD-2861-ECC68ACC5FB8}"/>
              </a:ext>
            </a:extLst>
          </p:cNvPr>
          <p:cNvSpPr txBox="1">
            <a:spLocks/>
          </p:cNvSpPr>
          <p:nvPr/>
        </p:nvSpPr>
        <p:spPr>
          <a:xfrm>
            <a:off x="5276490" y="1800009"/>
            <a:ext cx="1947495" cy="1298644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378EAC3E-F632-5F6D-A6A1-97BC59B9C33A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127DF0-4376-9CAC-C431-CA51DDEEA7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4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B2CC4-2FDC-70CD-C738-9C8791FF4579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E6915-9C10-8EB6-8B62-8666712FF68A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87009-84AB-AB0F-A9A3-CCFE8744A732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5E9A1D-3E51-3912-65A1-48AAF8D5E529}"/>
              </a:ext>
            </a:extLst>
          </p:cNvPr>
          <p:cNvSpPr txBox="1">
            <a:spLocks/>
          </p:cNvSpPr>
          <p:nvPr/>
        </p:nvSpPr>
        <p:spPr>
          <a:xfrm>
            <a:off x="385657" y="8196765"/>
            <a:ext cx="430469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For more information, please review the </a:t>
            </a:r>
            <a:b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</a:br>
            <a:r>
              <a:rPr lang="en-US" sz="140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Link For Further Resources&gt;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C3190-6B2B-0D10-94E1-BBC247CE4BCB}"/>
              </a:ext>
            </a:extLst>
          </p:cNvPr>
          <p:cNvSpPr txBox="1"/>
          <p:nvPr/>
        </p:nvSpPr>
        <p:spPr>
          <a:xfrm>
            <a:off x="390077" y="1334944"/>
            <a:ext cx="4691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&lt;Decision Tree/Process Flow Template&gt; </a:t>
            </a:r>
            <a:endParaRPr lang="en-IL" sz="12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93DC1B59-876A-B538-6BA8-9599110D6B5B}"/>
              </a:ext>
            </a:extLst>
          </p:cNvPr>
          <p:cNvSpPr/>
          <p:nvPr/>
        </p:nvSpPr>
        <p:spPr>
          <a:xfrm>
            <a:off x="405713" y="1646121"/>
            <a:ext cx="6976610" cy="1558601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462C36-9DF1-BEC1-2DED-9E1CA95B312F}"/>
              </a:ext>
            </a:extLst>
          </p:cNvPr>
          <p:cNvSpPr txBox="1">
            <a:spLocks/>
          </p:cNvSpPr>
          <p:nvPr/>
        </p:nvSpPr>
        <p:spPr>
          <a:xfrm>
            <a:off x="1518617" y="8589970"/>
            <a:ext cx="473516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For more information, please review the </a:t>
            </a:r>
            <a:br>
              <a:rPr lang="en-US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</a:br>
            <a:r>
              <a:rPr lang="en-US" sz="140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Link For Further Resources&gt;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DFF8D4-54A0-67FE-5FF0-1F700DE51F1D}"/>
              </a:ext>
            </a:extLst>
          </p:cNvPr>
          <p:cNvCxnSpPr>
            <a:cxnSpLocks/>
          </p:cNvCxnSpPr>
          <p:nvPr/>
        </p:nvCxnSpPr>
        <p:spPr>
          <a:xfrm flipV="1">
            <a:off x="3886200" y="3469341"/>
            <a:ext cx="0" cy="4851699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19BECA-73AC-4D2A-C6E4-7B863807EE7F}"/>
              </a:ext>
            </a:extLst>
          </p:cNvPr>
          <p:cNvCxnSpPr>
            <a:cxnSpLocks/>
          </p:cNvCxnSpPr>
          <p:nvPr/>
        </p:nvCxnSpPr>
        <p:spPr>
          <a:xfrm>
            <a:off x="425274" y="5866880"/>
            <a:ext cx="6921853" cy="0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2D77DC-5E83-6C86-6C87-11B52BF673F8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BECB02-5AA9-B3F8-1821-5372473EF133}"/>
              </a:ext>
            </a:extLst>
          </p:cNvPr>
          <p:cNvSpPr/>
          <p:nvPr/>
        </p:nvSpPr>
        <p:spPr>
          <a:xfrm>
            <a:off x="4206021" y="3536150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AD490-A29A-DA9F-5D85-9DA7D11343BA}"/>
              </a:ext>
            </a:extLst>
          </p:cNvPr>
          <p:cNvSpPr/>
          <p:nvPr/>
        </p:nvSpPr>
        <p:spPr>
          <a:xfrm>
            <a:off x="523149" y="3536150"/>
            <a:ext cx="332510" cy="332509"/>
          </a:xfrm>
          <a:prstGeom prst="ellipse">
            <a:avLst/>
          </a:prstGeom>
          <a:solidFill>
            <a:srgbClr val="FFAABD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301868-F723-DE20-D84C-3FD8C76E1944}"/>
              </a:ext>
            </a:extLst>
          </p:cNvPr>
          <p:cNvSpPr txBox="1"/>
          <p:nvPr/>
        </p:nvSpPr>
        <p:spPr>
          <a:xfrm>
            <a:off x="896625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Information about the step</a:t>
            </a:r>
          </a:p>
          <a:p>
            <a:pPr algn="l"/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234186-B5C6-0BF0-80DF-C4D78F476A80}"/>
              </a:ext>
            </a:extLst>
          </p:cNvPr>
          <p:cNvSpPr txBox="1"/>
          <p:nvPr/>
        </p:nvSpPr>
        <p:spPr>
          <a:xfrm>
            <a:off x="4567244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Information about the step</a:t>
            </a:r>
          </a:p>
          <a:p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50875F-EF6A-C90B-6058-6FC01A82565D}"/>
              </a:ext>
            </a:extLst>
          </p:cNvPr>
          <p:cNvSpPr/>
          <p:nvPr/>
        </p:nvSpPr>
        <p:spPr>
          <a:xfrm>
            <a:off x="528316" y="6017513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7277A7-092C-94BA-F04C-934AA2720929}"/>
              </a:ext>
            </a:extLst>
          </p:cNvPr>
          <p:cNvSpPr/>
          <p:nvPr/>
        </p:nvSpPr>
        <p:spPr>
          <a:xfrm>
            <a:off x="4211188" y="6017513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AD76C-33B2-B888-F3CA-0F1E25C2E1C9}"/>
              </a:ext>
            </a:extLst>
          </p:cNvPr>
          <p:cNvSpPr txBox="1"/>
          <p:nvPr/>
        </p:nvSpPr>
        <p:spPr>
          <a:xfrm>
            <a:off x="901792" y="5952935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Information about the step</a:t>
            </a:r>
          </a:p>
          <a:p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AC5987-15E0-FC90-875A-BD805C513C04}"/>
              </a:ext>
            </a:extLst>
          </p:cNvPr>
          <p:cNvSpPr txBox="1"/>
          <p:nvPr/>
        </p:nvSpPr>
        <p:spPr>
          <a:xfrm>
            <a:off x="4572411" y="5952935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Information about the step</a:t>
            </a:r>
          </a:p>
          <a:p>
            <a:endParaRPr lang="en-US" sz="1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4E4EE-EDCE-24ED-D68D-2A2815542BFE}"/>
              </a:ext>
            </a:extLst>
          </p:cNvPr>
          <p:cNvGrpSpPr/>
          <p:nvPr/>
        </p:nvGrpSpPr>
        <p:grpSpPr>
          <a:xfrm>
            <a:off x="434979" y="4047565"/>
            <a:ext cx="3289856" cy="1640541"/>
            <a:chOff x="434979" y="4047565"/>
            <a:chExt cx="3289856" cy="16405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CE58BE2-B846-5655-C4B5-0FC50E10ADE5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C603F1-1023-64E4-6B4E-C886F7384922}"/>
              </a:ext>
            </a:extLst>
          </p:cNvPr>
          <p:cNvGrpSpPr/>
          <p:nvPr/>
        </p:nvGrpSpPr>
        <p:grpSpPr>
          <a:xfrm>
            <a:off x="4057271" y="4051168"/>
            <a:ext cx="3289856" cy="1640541"/>
            <a:chOff x="434979" y="4047565"/>
            <a:chExt cx="3289856" cy="16405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146772E-4F2C-7F54-DC1C-2B41F72EA81F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493A09-DED1-D27A-6E13-8E68938A38F3}"/>
              </a:ext>
            </a:extLst>
          </p:cNvPr>
          <p:cNvGrpSpPr/>
          <p:nvPr/>
        </p:nvGrpSpPr>
        <p:grpSpPr>
          <a:xfrm>
            <a:off x="421532" y="6512094"/>
            <a:ext cx="3289856" cy="1640541"/>
            <a:chOff x="434979" y="4047565"/>
            <a:chExt cx="3289856" cy="164054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04F085D-1FBE-C801-A352-351DBB56C895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FFC4FBCC-1AF9-00A1-B541-2E1BF48854A9}"/>
              </a:ext>
            </a:extLst>
          </p:cNvPr>
          <p:cNvSpPr/>
          <p:nvPr/>
        </p:nvSpPr>
        <p:spPr>
          <a:xfrm>
            <a:off x="4043824" y="6515697"/>
            <a:ext cx="3289856" cy="1640541"/>
          </a:xfrm>
          <a:prstGeom prst="rect">
            <a:avLst/>
          </a:prstGeom>
          <a:solidFill>
            <a:schemeClr val="bg2">
              <a:lumMod val="95000"/>
              <a:alpha val="60000"/>
            </a:schemeClr>
          </a:solidFill>
          <a:ln w="127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9302463-382E-0C37-278C-F7118A0F06F2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Job Aid Title </a:t>
            </a:r>
            <a:endParaRPr lang="en-US" sz="2800" dirty="0">
              <a:solidFill>
                <a:srgbClr val="07182D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9DCD7B5-94B6-CA8D-1804-76FF244362D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5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C6128-8B1F-3EBE-67EC-A2E6BD956A5A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9C2DA5-CABA-8A7F-21D8-728B4E9816BE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76D720-E88E-3C64-FB6C-E520E22DB81D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C8E873A-F6CD-0053-1F16-A76E71E06722}"/>
              </a:ext>
            </a:extLst>
          </p:cNvPr>
          <p:cNvSpPr txBox="1">
            <a:spLocks/>
          </p:cNvSpPr>
          <p:nvPr/>
        </p:nvSpPr>
        <p:spPr>
          <a:xfrm>
            <a:off x="897127" y="1819712"/>
            <a:ext cx="6270091" cy="1214158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187AF3-93F5-74FD-3E76-C860FFDFCA37}"/>
              </a:ext>
            </a:extLst>
          </p:cNvPr>
          <p:cNvSpPr/>
          <p:nvPr/>
        </p:nvSpPr>
        <p:spPr>
          <a:xfrm>
            <a:off x="599206" y="1848669"/>
            <a:ext cx="274802" cy="274801"/>
          </a:xfrm>
          <a:prstGeom prst="ellipse">
            <a:avLst/>
          </a:prstGeom>
          <a:solidFill>
            <a:srgbClr val="D73E4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!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C8C4E89-34D1-5D2A-5D52-EB30372219D9}"/>
              </a:ext>
            </a:extLst>
          </p:cNvPr>
          <p:cNvSpPr txBox="1">
            <a:spLocks/>
          </p:cNvSpPr>
          <p:nvPr/>
        </p:nvSpPr>
        <p:spPr>
          <a:xfrm>
            <a:off x="896624" y="1848670"/>
            <a:ext cx="6163081" cy="13031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Explain what the job aid is about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BE266-98AF-B8D5-5A29-DC6A87A973D8}"/>
              </a:ext>
            </a:extLst>
          </p:cNvPr>
          <p:cNvSpPr txBox="1"/>
          <p:nvPr/>
        </p:nvSpPr>
        <p:spPr>
          <a:xfrm>
            <a:off x="390077" y="1334944"/>
            <a:ext cx="4691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</a:t>
            </a:r>
            <a:r>
              <a:rPr lang="en-IL" sz="12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Step-by-step description 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with screens</a:t>
            </a:r>
            <a:r>
              <a:rPr lang="en-US" sz="12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&gt; </a:t>
            </a:r>
            <a:endParaRPr lang="en-IL" sz="12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25BF68A-5F45-75CB-C8E9-CC5A32B57A5B}"/>
              </a:ext>
            </a:extLst>
          </p:cNvPr>
          <p:cNvSpPr/>
          <p:nvPr/>
        </p:nvSpPr>
        <p:spPr>
          <a:xfrm>
            <a:off x="405713" y="1646121"/>
            <a:ext cx="6976610" cy="1558601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51FD28-CB2C-1448-C042-5C4E44836CC5}"/>
              </a:ext>
            </a:extLst>
          </p:cNvPr>
          <p:cNvCxnSpPr>
            <a:cxnSpLocks/>
          </p:cNvCxnSpPr>
          <p:nvPr/>
        </p:nvCxnSpPr>
        <p:spPr>
          <a:xfrm flipV="1">
            <a:off x="3886200" y="3469341"/>
            <a:ext cx="0" cy="4740390"/>
          </a:xfrm>
          <a:prstGeom prst="line">
            <a:avLst/>
          </a:prstGeom>
          <a:ln>
            <a:solidFill>
              <a:srgbClr val="0718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78E67-D417-E8C8-0B35-36EE378EDC72}"/>
              </a:ext>
            </a:extLst>
          </p:cNvPr>
          <p:cNvGrpSpPr/>
          <p:nvPr/>
        </p:nvGrpSpPr>
        <p:grpSpPr>
          <a:xfrm>
            <a:off x="434979" y="4047565"/>
            <a:ext cx="3289856" cy="4162166"/>
            <a:chOff x="434979" y="4047565"/>
            <a:chExt cx="3289856" cy="16405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29364BC-64B6-4271-E018-A2B9516AA289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82BE3E2-361B-67B8-3054-E9B88B2144AC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66A8D7B-07EB-A52D-F9C6-749BD5E2EFB3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6E5E10-4345-6650-5B8C-CA0544F7A383}"/>
              </a:ext>
            </a:extLst>
          </p:cNvPr>
          <p:cNvGrpSpPr/>
          <p:nvPr/>
        </p:nvGrpSpPr>
        <p:grpSpPr>
          <a:xfrm>
            <a:off x="4057271" y="4051168"/>
            <a:ext cx="3289856" cy="4158563"/>
            <a:chOff x="434979" y="4047565"/>
            <a:chExt cx="3289856" cy="16405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098B1C-4A7A-BD13-AC75-1490F3E4469A}"/>
                </a:ext>
              </a:extLst>
            </p:cNvPr>
            <p:cNvSpPr/>
            <p:nvPr/>
          </p:nvSpPr>
          <p:spPr>
            <a:xfrm>
              <a:off x="434979" y="4047565"/>
              <a:ext cx="3289856" cy="1640541"/>
            </a:xfrm>
            <a:prstGeom prst="rect">
              <a:avLst/>
            </a:prstGeom>
            <a:solidFill>
              <a:schemeClr val="bg2">
                <a:lumMod val="95000"/>
                <a:alpha val="60000"/>
              </a:schemeClr>
            </a:solidFill>
            <a:ln w="12700">
              <a:solidFill>
                <a:schemeClr val="accent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3A9431-9425-834D-3D70-84479585CD11}"/>
                </a:ext>
              </a:extLst>
            </p:cNvPr>
            <p:cNvCxnSpPr/>
            <p:nvPr/>
          </p:nvCxnSpPr>
          <p:spPr>
            <a:xfrm>
              <a:off x="434979" y="4047565"/>
              <a:ext cx="3289856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81B004-014B-F7A9-8106-50E23B86A379}"/>
                </a:ext>
              </a:extLst>
            </p:cNvPr>
            <p:cNvCxnSpPr/>
            <p:nvPr/>
          </p:nvCxnSpPr>
          <p:spPr>
            <a:xfrm flipV="1">
              <a:off x="468424" y="4047565"/>
              <a:ext cx="3256411" cy="1640541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642E1DA6-52D2-53FA-09B1-AAE0B542895D}"/>
              </a:ext>
            </a:extLst>
          </p:cNvPr>
          <p:cNvSpPr/>
          <p:nvPr/>
        </p:nvSpPr>
        <p:spPr>
          <a:xfrm>
            <a:off x="523149" y="3536150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558ADF-7D48-2556-71A3-56AE3A26A206}"/>
              </a:ext>
            </a:extLst>
          </p:cNvPr>
          <p:cNvSpPr/>
          <p:nvPr/>
        </p:nvSpPr>
        <p:spPr>
          <a:xfrm>
            <a:off x="4206021" y="3536150"/>
            <a:ext cx="332510" cy="332509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CCD9CB-85B9-4547-6158-D6093F5EBFCB}"/>
              </a:ext>
            </a:extLst>
          </p:cNvPr>
          <p:cNvSpPr txBox="1"/>
          <p:nvPr/>
        </p:nvSpPr>
        <p:spPr>
          <a:xfrm>
            <a:off x="896625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Step information goes here</a:t>
            </a:r>
          </a:p>
          <a:p>
            <a:pPr algn="l"/>
            <a:endParaRPr lang="en-US" sz="1200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DC4D22-7D36-78A0-B0BF-DC26F8F03BCB}"/>
              </a:ext>
            </a:extLst>
          </p:cNvPr>
          <p:cNvSpPr txBox="1"/>
          <p:nvPr/>
        </p:nvSpPr>
        <p:spPr>
          <a:xfrm>
            <a:off x="4567244" y="3471572"/>
            <a:ext cx="2599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Step information goes here</a:t>
            </a:r>
          </a:p>
          <a:p>
            <a:endParaRPr lang="en-US" sz="1200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6CA146-FDC6-685F-CED9-8DBA277265C0}"/>
              </a:ext>
            </a:extLst>
          </p:cNvPr>
          <p:cNvSpPr txBox="1"/>
          <p:nvPr/>
        </p:nvSpPr>
        <p:spPr>
          <a:xfrm>
            <a:off x="378142" y="1000522"/>
            <a:ext cx="70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Title of the steps</a:t>
            </a:r>
            <a:endParaRPr lang="en-US" sz="2800" dirty="0">
              <a:solidFill>
                <a:srgbClr val="07182D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D36512-C82B-65A6-FB65-A88008C1AA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86CC8-4E08-65F0-8EAD-B39435E3E8A2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1B7DC3-EC17-FB26-8E5E-937F075E77CE}"/>
              </a:ext>
            </a:extLst>
          </p:cNvPr>
          <p:cNvSpPr/>
          <p:nvPr/>
        </p:nvSpPr>
        <p:spPr>
          <a:xfrm>
            <a:off x="599206" y="1848669"/>
            <a:ext cx="274802" cy="274801"/>
          </a:xfrm>
          <a:prstGeom prst="ellipse">
            <a:avLst/>
          </a:prstGeom>
          <a:solidFill>
            <a:srgbClr val="D73E45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08903E9-1E8A-BEF9-C1C0-8518860E22EA}"/>
              </a:ext>
            </a:extLst>
          </p:cNvPr>
          <p:cNvSpPr txBox="1">
            <a:spLocks/>
          </p:cNvSpPr>
          <p:nvPr/>
        </p:nvSpPr>
        <p:spPr>
          <a:xfrm>
            <a:off x="896624" y="1848670"/>
            <a:ext cx="6163081" cy="1303132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Explain what the job aid is about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7E4D5-3B62-12BF-2E8E-169EFE082D7A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6D503E-4C36-5504-897F-F14AF0097A6A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79A9E3-A421-4711-7079-B7E32C72683C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EB9249A-C669-09FD-27FF-16C0DD8094A2}"/>
              </a:ext>
            </a:extLst>
          </p:cNvPr>
          <p:cNvSpPr txBox="1">
            <a:spLocks/>
          </p:cNvSpPr>
          <p:nvPr/>
        </p:nvSpPr>
        <p:spPr>
          <a:xfrm>
            <a:off x="1518617" y="8589970"/>
            <a:ext cx="4735166" cy="681494"/>
          </a:xfrm>
          <a:prstGeom prst="roundRect">
            <a:avLst>
              <a:gd name="adj" fmla="val 50000"/>
            </a:avLst>
          </a:prstGeom>
          <a:solidFill>
            <a:schemeClr val="bg2">
              <a:lumMod val="95000"/>
              <a:alpha val="60033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For more information, please review the </a:t>
            </a:r>
            <a:br>
              <a:rPr lang="en-US"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</a:br>
            <a:r>
              <a:rPr lang="en-US" sz="140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&lt;Insert Link For Further Resources&gt;</a:t>
            </a:r>
            <a:endParaRPr lang="en-US" sz="140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9DA52-4651-C743-ADCF-B51184A53A32}"/>
              </a:ext>
            </a:extLst>
          </p:cNvPr>
          <p:cNvSpPr txBox="1"/>
          <p:nvPr/>
        </p:nvSpPr>
        <p:spPr>
          <a:xfrm>
            <a:off x="390077" y="1334944"/>
            <a:ext cx="4691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&lt;</a:t>
            </a:r>
            <a:r>
              <a:rPr lang="en-IL" sz="12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Step-by-step description </a:t>
            </a:r>
            <a:r>
              <a:rPr lang="en-US" sz="12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with screens</a:t>
            </a:r>
            <a:r>
              <a:rPr lang="en-US" sz="1200" dirty="0">
                <a:solidFill>
                  <a:srgbClr val="07182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&gt; </a:t>
            </a:r>
            <a:endParaRPr lang="en-IL" sz="12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860E-87DA-03AC-7A90-955435FF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68FE2DDC-781A-6343-67C3-005C71CBEDA1}"/>
              </a:ext>
            </a:extLst>
          </p:cNvPr>
          <p:cNvSpPr txBox="1"/>
          <p:nvPr/>
        </p:nvSpPr>
        <p:spPr>
          <a:xfrm>
            <a:off x="4042486" y="442317"/>
            <a:ext cx="3358814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latin typeface="CiscoSansTT" panose="020B0503020201020303" pitchFamily="34" charset="0"/>
                <a:cs typeface="CiscoSansTT" panose="020B0503020201020303" pitchFamily="34" charset="0"/>
              </a:rPr>
              <a:t>Job Aid Title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57DCE40-19AB-7BAE-2F7C-EDF491AAFF46}"/>
              </a:ext>
            </a:extLst>
          </p:cNvPr>
          <p:cNvSpPr/>
          <p:nvPr/>
        </p:nvSpPr>
        <p:spPr>
          <a:xfrm>
            <a:off x="421532" y="1667208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5F369DA1-E146-F1FC-3211-942FF0C83600}"/>
              </a:ext>
            </a:extLst>
          </p:cNvPr>
          <p:cNvSpPr txBox="1">
            <a:spLocks/>
          </p:cNvSpPr>
          <p:nvPr/>
        </p:nvSpPr>
        <p:spPr>
          <a:xfrm>
            <a:off x="749732" y="1893282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FAQ #1 Title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Question information goes here</a:t>
            </a: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 information goes here</a:t>
            </a: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96FCC7E0-5A96-9655-BBC2-1DCE70FA9A19}"/>
              </a:ext>
            </a:extLst>
          </p:cNvPr>
          <p:cNvSpPr txBox="1">
            <a:spLocks/>
          </p:cNvSpPr>
          <p:nvPr/>
        </p:nvSpPr>
        <p:spPr>
          <a:xfrm>
            <a:off x="749732" y="4073779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FB76BFC9-0148-5B7B-4C67-F3BF8C77DF80}"/>
              </a:ext>
            </a:extLst>
          </p:cNvPr>
          <p:cNvSpPr txBox="1">
            <a:spLocks/>
          </p:cNvSpPr>
          <p:nvPr/>
        </p:nvSpPr>
        <p:spPr>
          <a:xfrm>
            <a:off x="749732" y="6254276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D09FD-1879-1944-7456-F774366B4C9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2829" y="9495785"/>
            <a:ext cx="490626" cy="1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2348" tIns="26173" rIns="52348" bIns="26173" anchor="b">
            <a:spAutoFit/>
          </a:bodyPr>
          <a:lstStyle/>
          <a:p>
            <a:pPr defTabSz="519128" fontAlgn="auto">
              <a:spcBef>
                <a:spcPts val="0"/>
              </a:spcBef>
              <a:spcAft>
                <a:spcPts val="0"/>
              </a:spcAft>
              <a:defRPr/>
            </a:pPr>
            <a:fld id="{9455A196-DBE5-CA43-A2D6-20DA7E97BD65}" type="slidenum">
              <a:rPr lang="en-US" sz="800" spc="17" baseline="0" smtClean="0">
                <a:latin typeface="CiscoSansTT" panose="020B0503020201020303" pitchFamily="34" charset="0"/>
                <a:ea typeface="+mn-ea"/>
                <a:cs typeface="CiscoSansTT" panose="020B0503020201020303" pitchFamily="34" charset="0"/>
              </a:rPr>
              <a:t>7</a:t>
            </a:fld>
            <a:endParaRPr lang="en-US" sz="800" spc="17" baseline="0">
              <a:latin typeface="CiscoSansTT" panose="020B0503020201020303" pitchFamily="34" charset="0"/>
              <a:ea typeface="+mn-ea"/>
              <a:cs typeface="CiscoSansTT" panose="020B05030202010203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FF783-FCFE-2405-F2F4-5E2051633DAB}"/>
              </a:ext>
            </a:extLst>
          </p:cNvPr>
          <p:cNvSpPr txBox="1"/>
          <p:nvPr/>
        </p:nvSpPr>
        <p:spPr>
          <a:xfrm>
            <a:off x="378142" y="998461"/>
            <a:ext cx="7020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FAQs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1182E"/>
                </a:solidFill>
                <a:effectLst/>
                <a:uLnTx/>
                <a:uFillTx/>
                <a:latin typeface="CiscoSansTT Light"/>
                <a:ea typeface="ＭＳ Ｐゴシック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5DEA1-A2B0-6481-2680-008B77534AA6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6C9EE-E06D-3E55-37DE-6121A9F70B9A}"/>
              </a:ext>
            </a:extLst>
          </p:cNvPr>
          <p:cNvSpPr txBox="1"/>
          <p:nvPr/>
        </p:nvSpPr>
        <p:spPr>
          <a:xfrm>
            <a:off x="378142" y="442317"/>
            <a:ext cx="3038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Human Resources</a:t>
            </a:r>
            <a:endParaRPr lang="en-IL" b="1" dirty="0">
              <a:solidFill>
                <a:srgbClr val="01182E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35EED4-F07E-4BF3-FC71-6D3E151ABB59}"/>
              </a:ext>
            </a:extLst>
          </p:cNvPr>
          <p:cNvCxnSpPr>
            <a:cxnSpLocks/>
          </p:cNvCxnSpPr>
          <p:nvPr/>
        </p:nvCxnSpPr>
        <p:spPr>
          <a:xfrm>
            <a:off x="457200" y="847907"/>
            <a:ext cx="6858000" cy="0"/>
          </a:xfrm>
          <a:prstGeom prst="line">
            <a:avLst/>
          </a:prstGeom>
          <a:solidFill>
            <a:schemeClr val="bg2">
              <a:lumMod val="95000"/>
              <a:alpha val="60000"/>
            </a:schemeClr>
          </a:solidFill>
          <a:ln w="12700">
            <a:gradFill flip="none" rotWithShape="1">
              <a:gsLst>
                <a:gs pos="10000">
                  <a:srgbClr val="FFD755"/>
                </a:gs>
                <a:gs pos="50000">
                  <a:srgbClr val="FFAABD"/>
                </a:gs>
                <a:gs pos="90000">
                  <a:srgbClr val="D73E45"/>
                </a:gs>
              </a:gsLst>
              <a:lin ang="1200000" scaled="0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ounded Rectangle 85">
            <a:extLst>
              <a:ext uri="{FF2B5EF4-FFF2-40B4-BE49-F238E27FC236}">
                <a16:creationId xmlns:a16="http://schemas.microsoft.com/office/drawing/2014/main" id="{CB567D3C-111E-C156-BEE5-9BCF372B08FC}"/>
              </a:ext>
            </a:extLst>
          </p:cNvPr>
          <p:cNvSpPr/>
          <p:nvPr/>
        </p:nvSpPr>
        <p:spPr>
          <a:xfrm>
            <a:off x="421532" y="3868668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E7FED99-1DBE-D564-FEBB-B493FEF302DE}"/>
              </a:ext>
            </a:extLst>
          </p:cNvPr>
          <p:cNvSpPr txBox="1">
            <a:spLocks/>
          </p:cNvSpPr>
          <p:nvPr/>
        </p:nvSpPr>
        <p:spPr>
          <a:xfrm>
            <a:off x="749732" y="4094742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FAQ #1 Title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Question information goes here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endParaRPr lang="en-US" sz="14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 information goes here</a:t>
            </a:r>
          </a:p>
        </p:txBody>
      </p:sp>
      <p:sp>
        <p:nvSpPr>
          <p:cNvPr id="16" name="Rounded Rectangle 85">
            <a:extLst>
              <a:ext uri="{FF2B5EF4-FFF2-40B4-BE49-F238E27FC236}">
                <a16:creationId xmlns:a16="http://schemas.microsoft.com/office/drawing/2014/main" id="{84A10F78-2E47-7C38-75AB-285EC6845A2B}"/>
              </a:ext>
            </a:extLst>
          </p:cNvPr>
          <p:cNvSpPr/>
          <p:nvPr/>
        </p:nvSpPr>
        <p:spPr>
          <a:xfrm>
            <a:off x="421532" y="6070129"/>
            <a:ext cx="6976610" cy="1900240"/>
          </a:xfrm>
          <a:prstGeom prst="roundRect">
            <a:avLst>
              <a:gd name="adj" fmla="val 9985"/>
            </a:avLst>
          </a:prstGeom>
          <a:solidFill>
            <a:schemeClr val="bg2">
              <a:lumMod val="95000"/>
              <a:alpha val="6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908309B-4C45-3746-7ED1-F08F200677B5}"/>
              </a:ext>
            </a:extLst>
          </p:cNvPr>
          <p:cNvSpPr txBox="1">
            <a:spLocks/>
          </p:cNvSpPr>
          <p:nvPr/>
        </p:nvSpPr>
        <p:spPr>
          <a:xfrm>
            <a:off x="749732" y="6296203"/>
            <a:ext cx="6309974" cy="1387800"/>
          </a:xfrm>
          <a:prstGeom prst="rect">
            <a:avLst/>
          </a:prstGeom>
        </p:spPr>
        <p:txBody>
          <a:bodyPr anchor="t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 dirty="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FAQ #1 Title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Question information goes here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endParaRPr lang="en-US" sz="14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BCEB"/>
              </a:buClr>
              <a:buNone/>
              <a:defRPr/>
            </a:pPr>
            <a:r>
              <a:rPr lang="en-US" sz="1400" dirty="0">
                <a:solidFill>
                  <a:srgbClr val="01182E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Answer information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2855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82D986-27C4-32DD-599B-65B575464D92}"/>
              </a:ext>
            </a:extLst>
          </p:cNvPr>
          <p:cNvSpPr/>
          <p:nvPr/>
        </p:nvSpPr>
        <p:spPr>
          <a:xfrm>
            <a:off x="0" y="9892145"/>
            <a:ext cx="7772400" cy="166255"/>
          </a:xfrm>
          <a:prstGeom prst="rect">
            <a:avLst/>
          </a:prstGeom>
          <a:gradFill flip="none" rotWithShape="1">
            <a:gsLst>
              <a:gs pos="50000">
                <a:srgbClr val="FFAABD"/>
              </a:gs>
              <a:gs pos="10000">
                <a:srgbClr val="FFD755"/>
              </a:gs>
              <a:gs pos="90000">
                <a:srgbClr val="D73E45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0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Corporate Light Theme">
  <a:themeElements>
    <a:clrScheme name="Custom 6">
      <a:dk1>
        <a:srgbClr val="202122"/>
      </a:dk1>
      <a:lt1>
        <a:srgbClr val="414244"/>
      </a:lt1>
      <a:dk2>
        <a:srgbClr val="FFFFFF"/>
      </a:dk2>
      <a:lt2>
        <a:srgbClr val="0051AF"/>
      </a:lt2>
      <a:accent1>
        <a:srgbClr val="FFAABD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B0F0"/>
      </a:hlink>
      <a:folHlink>
        <a:srgbClr val="FFAABD"/>
      </a:folHlink>
    </a:clrScheme>
    <a:fontScheme name="Custom 13">
      <a:majorFont>
        <a:latin typeface="CiscoSansTT Extra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45720" rIns="45720"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Light Theme" id="{41BE409A-0E88-4033-9A03-04D7F43E718F}" vid="{09A75BC4-F89F-4B8E-AF67-95000AD515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C12A1F-B576-445E-8CD4-7651EA925728}">
  <we:reference id="7d570271-b346-45bb-9db7-9681a383d749" version="1.0.0.632" store="EXCatalog" storeType="EXCatalog"/>
  <we:alternateReferences>
    <we:reference id="WA200004074" version="1.0.0.632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488F9D4A0C8A40B9C9723FB24B5DD1" ma:contentTypeVersion="18" ma:contentTypeDescription="Create a new document." ma:contentTypeScope="" ma:versionID="5f141f2ad275912441d76343f911978a">
  <xsd:schema xmlns:xsd="http://www.w3.org/2001/XMLSchema" xmlns:xs="http://www.w3.org/2001/XMLSchema" xmlns:p="http://schemas.microsoft.com/office/2006/metadata/properties" xmlns:ns2="d1cf9380-992b-4c4e-945b-391d2dc7a860" xmlns:ns3="a5f04fe6-cd6c-4558-b31b-7c89ac0e086f" targetNamespace="http://schemas.microsoft.com/office/2006/metadata/properties" ma:root="true" ma:fieldsID="9ad799d7d393db7de38e4b5f62810517" ns2:_="" ns3:_="">
    <xsd:import namespace="d1cf9380-992b-4c4e-945b-391d2dc7a860"/>
    <xsd:import namespace="a5f04fe6-cd6c-4558-b31b-7c89ac0e086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380-992b-4c4e-945b-391d2dc7a86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fd1cfde-46f4-4c0a-b4a9-d47a22360dd5}" ma:internalName="TaxCatchAll" ma:showField="CatchAllData" ma:web="d1cf9380-992b-4c4e-945b-391d2dc7a8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f04fe6-cd6c-4558-b31b-7c89ac0e0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f04fe6-cd6c-4558-b31b-7c89ac0e086f">
      <Terms xmlns="http://schemas.microsoft.com/office/infopath/2007/PartnerControls"/>
    </lcf76f155ced4ddcb4097134ff3c332f>
    <TaxCatchAll xmlns="d1cf9380-992b-4c4e-945b-391d2dc7a860" xsi:nil="true"/>
  </documentManagement>
</p:properties>
</file>

<file path=customXml/itemProps1.xml><?xml version="1.0" encoding="utf-8"?>
<ds:datastoreItem xmlns:ds="http://schemas.openxmlformats.org/officeDocument/2006/customXml" ds:itemID="{5336962E-5A01-4289-8F1B-FA954E492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042FD1-AF3A-44BD-967E-F8D67D2BD9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f9380-992b-4c4e-945b-391d2dc7a860"/>
    <ds:schemaRef ds:uri="a5f04fe6-cd6c-4558-b31b-7c89ac0e08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B24D5A-011A-4746-8C0A-8B0C8A9BC07D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d1cf9380-992b-4c4e-945b-391d2dc7a860"/>
    <ds:schemaRef ds:uri="http://purl.org/dc/dcmitype/"/>
    <ds:schemaRef ds:uri="http://www.w3.org/XML/1998/namespace"/>
    <ds:schemaRef ds:uri="http://schemas.microsoft.com/office/infopath/2007/PartnerControls"/>
    <ds:schemaRef ds:uri="a5f04fe6-cd6c-4558-b31b-7c89ac0e086f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50</TotalTime>
  <Words>315</Words>
  <Application>Microsoft Office PowerPoint</Application>
  <PresentationFormat>Custom</PresentationFormat>
  <Paragraphs>100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CiscoSansTT Light</vt:lpstr>
      <vt:lpstr>CiscoSansTT ExtraLight</vt:lpstr>
      <vt:lpstr>CiscoSansTT</vt:lpstr>
      <vt:lpstr>Arial</vt:lpstr>
      <vt:lpstr>Inter</vt:lpstr>
      <vt:lpstr>Cisco Corporate Light Theme</vt:lpstr>
      <vt:lpstr>Job Aid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Drew Borresen -T (dborrese - KOVIM INC at Cisco)</dc:creator>
  <cp:lastModifiedBy>Yael Matan (ymatan)</cp:lastModifiedBy>
  <cp:revision>5</cp:revision>
  <cp:lastPrinted>2024-11-22T18:13:24Z</cp:lastPrinted>
  <dcterms:created xsi:type="dcterms:W3CDTF">2024-10-07T16:35:34Z</dcterms:created>
  <dcterms:modified xsi:type="dcterms:W3CDTF">2026-09-04T13:26:26Z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2024-10-09T11:53:18Z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9d14d372-c060-440d-aee4-42c5956e82dc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Cisco Corporate Dark Theme:9</vt:lpwstr>
  </property>
  <property fmtid="{D5CDD505-2E9C-101B-9397-08002B2CF9AE}" pid="10" name="ClassificationContentMarkingFooterText">
    <vt:lpwstr>Cisco Confidential</vt:lpwstr>
  </property>
  <property fmtid="{D5CDD505-2E9C-101B-9397-08002B2CF9AE}" pid="11" name="ContentTypeId">
    <vt:lpwstr>0x01010008488F9D4A0C8A40B9C9723FB24B5DD1</vt:lpwstr>
  </property>
  <property fmtid="{D5CDD505-2E9C-101B-9397-08002B2CF9AE}" pid="12" name="MediaServiceImageTags">
    <vt:lpwstr/>
  </property>
</Properties>
</file>