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7" Type="http://schemas.microsoft.com/office/2020/02/relationships/classificationlabels" Target="docMetadata/LabelInfo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4213" r:id="rId4"/>
  </p:sldMasterIdLst>
  <p:notesMasterIdLst>
    <p:notesMasterId r:id="rId14"/>
  </p:notesMasterIdLst>
  <p:sldIdLst>
    <p:sldId id="2147482385" r:id="rId5"/>
    <p:sldId id="275" r:id="rId6"/>
    <p:sldId id="295" r:id="rId7"/>
    <p:sldId id="288" r:id="rId8"/>
    <p:sldId id="259" r:id="rId9"/>
    <p:sldId id="289" r:id="rId10"/>
    <p:sldId id="290" r:id="rId11"/>
    <p:sldId id="291" r:id="rId12"/>
    <p:sldId id="293" r:id="rId13"/>
  </p:sldIdLst>
  <p:sldSz cx="7772400" cy="10058400"/>
  <p:notesSz cx="6858000" cy="9144000"/>
  <p:embeddedFontLst>
    <p:embeddedFont>
      <p:font typeface="CiscoSansTT" panose="020B0503020201020303" pitchFamily="34" charset="0"/>
      <p:regular r:id="rId15"/>
      <p:bold r:id="rId16"/>
      <p:italic r:id="rId17"/>
      <p:boldItalic r:id="rId18"/>
    </p:embeddedFont>
    <p:embeddedFont>
      <p:font typeface="CiscoSansTT ExtraLight" panose="020B0303020201020303" pitchFamily="34" charset="0"/>
      <p:regular r:id="rId19"/>
      <p:italic r:id="rId20"/>
    </p:embeddedFont>
    <p:embeddedFont>
      <p:font typeface="CiscoSansTT Light" panose="020B0503020201020303" pitchFamily="34" charset="0"/>
      <p:regular r:id="rId21"/>
      <p:italic r:id="rId22"/>
    </p:embeddedFont>
    <p:embeddedFont>
      <p:font typeface="Inter" panose="02000503000000020004" pitchFamily="2" charset="0"/>
      <p:regular r:id="rId23"/>
      <p:bold r:id="rId24"/>
      <p:italic r:id="rId25"/>
      <p:boldItalic r:id="rId26"/>
    </p:embeddedFont>
  </p:embeddedFontLst>
  <p:defaultTextStyle>
    <a:defPPr>
      <a:defRPr lang="en-US"/>
    </a:defPPr>
    <a:lvl1pPr algn="l" defTabSz="609559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1pPr>
    <a:lvl2pPr marL="609559" algn="l" defTabSz="609559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2pPr>
    <a:lvl3pPr marL="1219119" algn="l" defTabSz="609559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3pPr>
    <a:lvl4pPr marL="1828678" algn="l" defTabSz="609559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4pPr>
    <a:lvl5pPr marL="2438238" algn="l" defTabSz="609559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5pPr>
    <a:lvl6pPr marL="3047797" algn="l" defTabSz="609559" rtl="0" eaLnBrk="1" latinLnBrk="0" hangingPunct="1"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6pPr>
    <a:lvl7pPr marL="3657357" algn="l" defTabSz="609559" rtl="0" eaLnBrk="1" latinLnBrk="0" hangingPunct="1"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7pPr>
    <a:lvl8pPr marL="4266915" algn="l" defTabSz="609559" rtl="0" eaLnBrk="1" latinLnBrk="0" hangingPunct="1"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8pPr>
    <a:lvl9pPr marL="4876475" algn="l" defTabSz="609559" rtl="0" eaLnBrk="1" latinLnBrk="0" hangingPunct="1"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36FDBD30-E9A3-0DFD-3684-82A84E310E5F}" name="Matt Herring (maherrin)" initials="MH" userId="S::maherrin@cisco.com::1be6cf60-7523-478e-8fef-9ae6aa6a5741" providerId="AD"/>
  <p188:author id="{C002CDCA-16C3-D6BF-A358-46C36D509373}" name="Joni Millsap -X (jomillsa - THE SELECT GROUP LLC at Cisco)" initials="JC" userId="S::jomillsa@cisco.com::2f7c9089-065f-474a-9aac-9f70e67baced" providerId="AD"/>
  <p188:author id="{FCFB38D4-BB57-B98C-363E-4E909F33A74A}" name="Marquell Hunter (marqhunt)" initials="M(" userId="S::marqhunt@cisco.com::a29fd415-3450-40ac-8157-13dbfd04cab0" providerId="AD"/>
  <p188:author id="{5E74E5DA-BCC1-D366-3B94-E121E4E81B8A}" name="Drew Borresen -T (dborrese - KOVIM INC at Cisco)" initials="DB" userId="S::dborrese@cisco.com::b8770efc-b143-4ab1-8c15-bf80188d717e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1182E"/>
    <a:srgbClr val="D73E45"/>
    <a:srgbClr val="FFAABD"/>
    <a:srgbClr val="FFD755"/>
    <a:srgbClr val="B2B2B2"/>
    <a:srgbClr val="FF8600"/>
    <a:srgbClr val="FA0482"/>
    <a:srgbClr val="FF8501"/>
    <a:srgbClr val="FF017F"/>
    <a:srgbClr val="6079C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3" d="100"/>
          <a:sy n="63" d="100"/>
        </p:scale>
        <p:origin x="1567" y="2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font" Target="fonts/font4.fntdata"/><Relationship Id="rId26" Type="http://schemas.openxmlformats.org/officeDocument/2006/relationships/font" Target="fonts/font12.fntdata"/><Relationship Id="rId3" Type="http://schemas.openxmlformats.org/officeDocument/2006/relationships/customXml" Target="../customXml/item3.xml"/><Relationship Id="rId21" Type="http://schemas.openxmlformats.org/officeDocument/2006/relationships/font" Target="fonts/font7.fntdata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font" Target="fonts/font3.fntdata"/><Relationship Id="rId25" Type="http://schemas.openxmlformats.org/officeDocument/2006/relationships/font" Target="fonts/font11.fntdata"/><Relationship Id="rId2" Type="http://schemas.openxmlformats.org/officeDocument/2006/relationships/customXml" Target="../customXml/item2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29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font" Target="fonts/font10.fntdata"/><Relationship Id="rId5" Type="http://schemas.openxmlformats.org/officeDocument/2006/relationships/slide" Target="slides/slide1.xml"/><Relationship Id="rId15" Type="http://schemas.openxmlformats.org/officeDocument/2006/relationships/font" Target="fonts/font1.fntdata"/><Relationship Id="rId23" Type="http://schemas.openxmlformats.org/officeDocument/2006/relationships/font" Target="fonts/font9.fntdata"/><Relationship Id="rId28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font" Target="fonts/font5.fntdata"/><Relationship Id="rId31" Type="http://schemas.microsoft.com/office/2018/10/relationships/authors" Target="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8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6965B29-7091-45F5-9A22-8E58D4CDB4BC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36788" y="1143000"/>
            <a:ext cx="23844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DAB733-D0F9-4688-911B-BACEB0E993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49557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BB4990-0A23-4A10-BE7D-7E64CAB85BE3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168868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DDA7E1-BD1A-22AD-064C-2829D51EC1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BF123D9-C348-8371-3BB3-28F5A690C42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E54630A-4F88-AF6A-1724-D9F7972D10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6F21FD-7A91-12DF-4031-58A299A797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DAB733-D0F9-4688-911B-BACEB0E9935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68123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7999FF-2F28-ABC9-3E55-2EBF154951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874B712-FD94-07AB-5295-2DFD7E91ED7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28B29C8-FCA2-F1A2-3380-C3CCF82381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B82CFF-3EC1-7D79-5ADC-6DDCCE890F3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609559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9DAB733-D0F9-4688-911B-BACEB0E9935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pPr marL="0" marR="0" lvl="0" indent="0" algn="r" defTabSz="60955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6695723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06CE7C-51AD-E000-FAF1-DBC9CCE6D4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F822F2D-4285-6589-46CE-87CBEAF03DC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0986EF6-AC81-9E67-82FB-5BA5841A95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E593E7-A73D-6D0E-32F6-998A0D2171A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DAB733-D0F9-4688-911B-BACEB0E9935A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846707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AA9A8B-DF57-47E6-0587-4FBE6A76C0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2877AA7-1F20-FF78-825C-AD47FC55F6E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968E938-06D5-C618-FC09-2240043F9A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766862-458A-4F9D-00E0-6D4D3DB1E3B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609559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9DAB733-D0F9-4688-911B-BACEB0E9935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pPr marL="0" marR="0" lvl="0" indent="0" algn="r" defTabSz="60955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214293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Left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4C42D79D-196D-79B2-C9D9-9E420F6F738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90159" y="4314212"/>
            <a:ext cx="6995160" cy="2206160"/>
          </a:xfrm>
          <a:prstGeom prst="rect">
            <a:avLst/>
          </a:prstGeom>
          <a:noFill/>
        </p:spPr>
        <p:txBody>
          <a:bodyPr lIns="45720" tIns="45720" rIns="45720" bIns="45720" anchor="b" anchorCtr="0"/>
          <a:lstStyle>
            <a:lvl1pPr marL="0" indent="0" algn="l">
              <a:lnSpc>
                <a:spcPct val="90000"/>
              </a:lnSpc>
              <a:buFont typeface="Arial" panose="020B0604020202020204" pitchFamily="34" charset="0"/>
              <a:buNone/>
              <a:defRPr sz="3442" b="0" i="0" spc="0" baseline="0">
                <a:solidFill>
                  <a:schemeClr val="bg1"/>
                </a:solidFill>
                <a:latin typeface="+mj-lt"/>
                <a:cs typeface="CiscoSansTT ExtraLight"/>
              </a:defRPr>
            </a:lvl1pPr>
          </a:lstStyle>
          <a:p>
            <a:r>
              <a:rPr lang="en-GB" dirty="0"/>
              <a:t>Presentation title</a:t>
            </a:r>
            <a:endParaRPr lang="en-US" dirty="0"/>
          </a:p>
        </p:txBody>
      </p:sp>
      <p:sp>
        <p:nvSpPr>
          <p:cNvPr id="8" name="Subtitle">
            <a:extLst>
              <a:ext uri="{FF2B5EF4-FFF2-40B4-BE49-F238E27FC236}">
                <a16:creationId xmlns:a16="http://schemas.microsoft.com/office/drawing/2014/main" id="{8D946DB3-26D2-2EE1-728C-7D32C4930F2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90159" y="6649334"/>
            <a:ext cx="6995160" cy="584713"/>
          </a:xfrm>
          <a:prstGeom prst="rect">
            <a:avLst/>
          </a:prstGeom>
          <a:noFill/>
        </p:spPr>
        <p:txBody>
          <a:bodyPr lIns="45720" tIns="45720" rIns="45720" bIns="45720">
            <a:noAutofit/>
          </a:bodyPr>
          <a:lstStyle>
            <a:lvl1pPr marL="0" indent="0" algn="l">
              <a:buFont typeface="Arial" panose="020B0604020202020204" pitchFamily="34" charset="0"/>
              <a:buNone/>
              <a:defRPr sz="1530" b="0" i="0" baseline="0">
                <a:solidFill>
                  <a:schemeClr val="tx1"/>
                </a:solidFill>
                <a:latin typeface="+mn-lt"/>
                <a:cs typeface="CiscoSansTT Light" panose="020B0503020201020303" pitchFamily="34" charset="0"/>
              </a:defRPr>
            </a:lvl1pPr>
            <a:lvl2pPr marL="259062" indent="0">
              <a:buNone/>
              <a:defRPr/>
            </a:lvl2pPr>
            <a:lvl3pPr marL="363288" indent="0">
              <a:buNone/>
              <a:defRPr/>
            </a:lvl3pPr>
            <a:lvl4pPr marL="439187" indent="0">
              <a:buNone/>
              <a:defRPr/>
            </a:lvl4pPr>
            <a:lvl5pPr marL="511033" indent="0">
              <a:buNone/>
              <a:defRPr/>
            </a:lvl5pPr>
          </a:lstStyle>
          <a:p>
            <a:pPr lvl="0"/>
            <a:r>
              <a:rPr lang="en-GB" dirty="0"/>
              <a:t>Subtitle</a:t>
            </a:r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E07CA8F8-C47B-50F4-9C65-C46111F86B8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90159" y="7553990"/>
            <a:ext cx="6995160" cy="804672"/>
          </a:xfrm>
          <a:prstGeom prst="rect">
            <a:avLst/>
          </a:prstGeom>
          <a:noFill/>
        </p:spPr>
        <p:txBody>
          <a:bodyPr lIns="45720" tIns="45720" rIns="45720" bIns="45720" anchor="t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20" b="0" i="0">
                <a:solidFill>
                  <a:schemeClr val="tx1"/>
                </a:solidFill>
                <a:latin typeface="+mn-lt"/>
                <a:cs typeface="CiscoSansTT Light" panose="020B0503020201020303" pitchFamily="34" charset="0"/>
              </a:defRPr>
            </a:lvl1pPr>
            <a:lvl2pPr marL="29142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58285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8742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16571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45714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7485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040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33143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 dirty="0"/>
              <a:t>Speaker name, Speaker title </a:t>
            </a:r>
            <a:br>
              <a:rPr lang="en-GB" dirty="0"/>
            </a:br>
            <a:r>
              <a:rPr lang="en-GB" dirty="0"/>
              <a:t>Department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5B2559ED-95F1-F66B-5A2F-A212CE3F2F86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390159" y="8542939"/>
            <a:ext cx="6995160" cy="421429"/>
          </a:xfrm>
          <a:prstGeom prst="rect">
            <a:avLst/>
          </a:prstGeom>
        </p:spPr>
        <p:txBody>
          <a:bodyPr lIns="45720" rIns="45720"/>
          <a:lstStyle>
            <a:lvl1pPr marL="0" indent="0">
              <a:spcBef>
                <a:spcPts val="0"/>
              </a:spcBef>
              <a:buNone/>
              <a:defRPr sz="893">
                <a:latin typeface="+mn-lt"/>
              </a:defRPr>
            </a:lvl1pPr>
          </a:lstStyle>
          <a:p>
            <a:r>
              <a:rPr lang="en-GB" dirty="0"/>
              <a:t>Date</a:t>
            </a:r>
          </a:p>
        </p:txBody>
      </p:sp>
      <p:pic>
        <p:nvPicPr>
          <p:cNvPr id="6" name="Picture 5" descr="Chatty cartoon bee">
            <a:extLst>
              <a:ext uri="{FF2B5EF4-FFF2-40B4-BE49-F238E27FC236}">
                <a16:creationId xmlns:a16="http://schemas.microsoft.com/office/drawing/2014/main" id="{564322D7-1B91-11FA-924D-CFFFC84069E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88622" y="599833"/>
            <a:ext cx="482380" cy="6174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20326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Left Sky 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4C42D79D-196D-79B2-C9D9-9E420F6F738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90159" y="4314212"/>
            <a:ext cx="6995160" cy="2206160"/>
          </a:xfrm>
          <a:prstGeom prst="rect">
            <a:avLst/>
          </a:prstGeom>
          <a:noFill/>
        </p:spPr>
        <p:txBody>
          <a:bodyPr lIns="45720" tIns="45720" rIns="45720" bIns="45720" anchor="b" anchorCtr="0"/>
          <a:lstStyle>
            <a:lvl1pPr marL="0" indent="0" algn="l">
              <a:lnSpc>
                <a:spcPct val="90000"/>
              </a:lnSpc>
              <a:buFont typeface="Arial" panose="020B0604020202020204" pitchFamily="34" charset="0"/>
              <a:buNone/>
              <a:defRPr sz="3442" b="0" i="0" spc="0" baseline="0">
                <a:solidFill>
                  <a:schemeClr val="bg1"/>
                </a:solidFill>
                <a:latin typeface="+mj-lt"/>
                <a:cs typeface="CiscoSansTT ExtraLight"/>
              </a:defRPr>
            </a:lvl1pPr>
          </a:lstStyle>
          <a:p>
            <a:r>
              <a:rPr lang="en-GB" dirty="0"/>
              <a:t>Presentation title</a:t>
            </a:r>
            <a:endParaRPr lang="en-US" dirty="0"/>
          </a:p>
        </p:txBody>
      </p:sp>
      <p:sp>
        <p:nvSpPr>
          <p:cNvPr id="8" name="Subtitle">
            <a:extLst>
              <a:ext uri="{FF2B5EF4-FFF2-40B4-BE49-F238E27FC236}">
                <a16:creationId xmlns:a16="http://schemas.microsoft.com/office/drawing/2014/main" id="{8D946DB3-26D2-2EE1-728C-7D32C4930F2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90159" y="6649334"/>
            <a:ext cx="6995160" cy="584713"/>
          </a:xfrm>
          <a:prstGeom prst="rect">
            <a:avLst/>
          </a:prstGeom>
          <a:noFill/>
        </p:spPr>
        <p:txBody>
          <a:bodyPr lIns="45720" tIns="45720" rIns="45720" bIns="45720">
            <a:noAutofit/>
          </a:bodyPr>
          <a:lstStyle>
            <a:lvl1pPr marL="0" indent="0" algn="l">
              <a:buFont typeface="Arial" panose="020B0604020202020204" pitchFamily="34" charset="0"/>
              <a:buNone/>
              <a:defRPr sz="1530" b="0" i="0" baseline="0">
                <a:solidFill>
                  <a:schemeClr val="tx1"/>
                </a:solidFill>
                <a:latin typeface="+mn-lt"/>
                <a:cs typeface="CiscoSansTT Light" panose="020B0503020201020303" pitchFamily="34" charset="0"/>
              </a:defRPr>
            </a:lvl1pPr>
            <a:lvl2pPr marL="259062" indent="0">
              <a:buNone/>
              <a:defRPr/>
            </a:lvl2pPr>
            <a:lvl3pPr marL="363288" indent="0">
              <a:buNone/>
              <a:defRPr/>
            </a:lvl3pPr>
            <a:lvl4pPr marL="439187" indent="0">
              <a:buNone/>
              <a:defRPr/>
            </a:lvl4pPr>
            <a:lvl5pPr marL="511033" indent="0">
              <a:buNone/>
              <a:defRPr/>
            </a:lvl5pPr>
          </a:lstStyle>
          <a:p>
            <a:pPr lvl="0"/>
            <a:r>
              <a:rPr lang="en-GB" dirty="0"/>
              <a:t>Subtitle</a:t>
            </a:r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E07CA8F8-C47B-50F4-9C65-C46111F86B8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90159" y="7553990"/>
            <a:ext cx="6995160" cy="804672"/>
          </a:xfrm>
          <a:prstGeom prst="rect">
            <a:avLst/>
          </a:prstGeom>
          <a:noFill/>
        </p:spPr>
        <p:txBody>
          <a:bodyPr lIns="45720" tIns="45720" rIns="45720" bIns="45720" anchor="t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20" b="0" i="0">
                <a:solidFill>
                  <a:schemeClr val="tx1"/>
                </a:solidFill>
                <a:latin typeface="+mn-lt"/>
                <a:cs typeface="CiscoSansTT Light" panose="020B0503020201020303" pitchFamily="34" charset="0"/>
              </a:defRPr>
            </a:lvl1pPr>
            <a:lvl2pPr marL="29142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58285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8742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16571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45714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7485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040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33143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 dirty="0"/>
              <a:t>Speaker name, Speaker title </a:t>
            </a:r>
            <a:br>
              <a:rPr lang="en-GB" dirty="0"/>
            </a:br>
            <a:r>
              <a:rPr lang="en-GB" dirty="0"/>
              <a:t>Department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5B2559ED-95F1-F66B-5A2F-A212CE3F2F86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390159" y="8542939"/>
            <a:ext cx="6995160" cy="421429"/>
          </a:xfrm>
          <a:prstGeom prst="rect">
            <a:avLst/>
          </a:prstGeom>
        </p:spPr>
        <p:txBody>
          <a:bodyPr lIns="45720" rIns="45720"/>
          <a:lstStyle>
            <a:lvl1pPr marL="0" indent="0">
              <a:spcBef>
                <a:spcPts val="0"/>
              </a:spcBef>
              <a:buNone/>
              <a:defRPr sz="893">
                <a:latin typeface="+mn-lt"/>
              </a:defRPr>
            </a:lvl1pPr>
          </a:lstStyle>
          <a:p>
            <a:r>
              <a:rPr lang="en-GB" dirty="0"/>
              <a:t>Date</a:t>
            </a:r>
          </a:p>
        </p:txBody>
      </p:sp>
      <p:pic>
        <p:nvPicPr>
          <p:cNvPr id="3" name="Picture 2" descr="Chatty cartoon bee">
            <a:extLst>
              <a:ext uri="{FF2B5EF4-FFF2-40B4-BE49-F238E27FC236}">
                <a16:creationId xmlns:a16="http://schemas.microsoft.com/office/drawing/2014/main" id="{B4492BB0-2C10-06EE-653A-8963F562EBE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88622" y="599833"/>
            <a:ext cx="482380" cy="6174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06082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Left Midn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4C42D79D-196D-79B2-C9D9-9E420F6F738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90159" y="4314212"/>
            <a:ext cx="6995160" cy="2206160"/>
          </a:xfrm>
          <a:prstGeom prst="rect">
            <a:avLst/>
          </a:prstGeom>
          <a:noFill/>
        </p:spPr>
        <p:txBody>
          <a:bodyPr lIns="45720" tIns="45720" rIns="45720" bIns="45720" anchor="b" anchorCtr="0"/>
          <a:lstStyle>
            <a:lvl1pPr marL="0" indent="0" algn="l">
              <a:lnSpc>
                <a:spcPct val="90000"/>
              </a:lnSpc>
              <a:buFont typeface="Arial" panose="020B0604020202020204" pitchFamily="34" charset="0"/>
              <a:buNone/>
              <a:defRPr sz="3442" b="0" i="0" spc="0" baseline="0">
                <a:solidFill>
                  <a:schemeClr val="accent1"/>
                </a:solidFill>
                <a:latin typeface="+mj-lt"/>
                <a:cs typeface="CiscoSansTT ExtraLight"/>
              </a:defRPr>
            </a:lvl1pPr>
          </a:lstStyle>
          <a:p>
            <a:r>
              <a:rPr lang="en-GB" dirty="0"/>
              <a:t>Presentation title</a:t>
            </a:r>
            <a:endParaRPr lang="en-US" dirty="0"/>
          </a:p>
        </p:txBody>
      </p:sp>
      <p:sp>
        <p:nvSpPr>
          <p:cNvPr id="8" name="Subtitle">
            <a:extLst>
              <a:ext uri="{FF2B5EF4-FFF2-40B4-BE49-F238E27FC236}">
                <a16:creationId xmlns:a16="http://schemas.microsoft.com/office/drawing/2014/main" id="{8D946DB3-26D2-2EE1-728C-7D32C4930F2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90159" y="6649334"/>
            <a:ext cx="6995160" cy="584713"/>
          </a:xfrm>
          <a:prstGeom prst="rect">
            <a:avLst/>
          </a:prstGeom>
          <a:noFill/>
        </p:spPr>
        <p:txBody>
          <a:bodyPr lIns="45720" tIns="45720" rIns="45720" bIns="45720">
            <a:noAutofit/>
          </a:bodyPr>
          <a:lstStyle>
            <a:lvl1pPr marL="0" indent="0" algn="l">
              <a:buFont typeface="Arial" panose="020B0604020202020204" pitchFamily="34" charset="0"/>
              <a:buNone/>
              <a:defRPr sz="1530" b="0" i="0" baseline="0">
                <a:solidFill>
                  <a:schemeClr val="accent1"/>
                </a:solidFill>
                <a:latin typeface="+mn-lt"/>
                <a:cs typeface="CiscoSansTT Light" panose="020B0503020201020303" pitchFamily="34" charset="0"/>
              </a:defRPr>
            </a:lvl1pPr>
            <a:lvl2pPr marL="259062" indent="0">
              <a:buNone/>
              <a:defRPr/>
            </a:lvl2pPr>
            <a:lvl3pPr marL="363288" indent="0">
              <a:buNone/>
              <a:defRPr/>
            </a:lvl3pPr>
            <a:lvl4pPr marL="439187" indent="0">
              <a:buNone/>
              <a:defRPr/>
            </a:lvl4pPr>
            <a:lvl5pPr marL="511033" indent="0">
              <a:buNone/>
              <a:defRPr/>
            </a:lvl5pPr>
          </a:lstStyle>
          <a:p>
            <a:pPr lvl="0"/>
            <a:r>
              <a:rPr lang="en-GB" dirty="0"/>
              <a:t>Subtitle</a:t>
            </a:r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E07CA8F8-C47B-50F4-9C65-C46111F86B8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90159" y="7553990"/>
            <a:ext cx="6995160" cy="804672"/>
          </a:xfrm>
          <a:prstGeom prst="rect">
            <a:avLst/>
          </a:prstGeom>
          <a:noFill/>
        </p:spPr>
        <p:txBody>
          <a:bodyPr lIns="45720" tIns="45720" rIns="45720" bIns="45720" anchor="t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20" b="0" i="0">
                <a:solidFill>
                  <a:schemeClr val="bg2"/>
                </a:solidFill>
                <a:latin typeface="+mn-lt"/>
                <a:cs typeface="CiscoSansTT Light" panose="020B0503020201020303" pitchFamily="34" charset="0"/>
              </a:defRPr>
            </a:lvl1pPr>
            <a:lvl2pPr marL="29142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58285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8742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16571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45714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7485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040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33143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 dirty="0"/>
              <a:t>Speaker name, Speaker title </a:t>
            </a:r>
            <a:br>
              <a:rPr lang="en-GB" dirty="0"/>
            </a:br>
            <a:r>
              <a:rPr lang="en-GB" dirty="0"/>
              <a:t>Department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5B2559ED-95F1-F66B-5A2F-A212CE3F2F86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390159" y="8542939"/>
            <a:ext cx="6995160" cy="421429"/>
          </a:xfrm>
          <a:prstGeom prst="rect">
            <a:avLst/>
          </a:prstGeom>
        </p:spPr>
        <p:txBody>
          <a:bodyPr lIns="45720" rIns="45720"/>
          <a:lstStyle>
            <a:lvl1pPr marL="0" indent="0">
              <a:spcBef>
                <a:spcPts val="0"/>
              </a:spcBef>
              <a:buNone/>
              <a:defRPr sz="893">
                <a:solidFill>
                  <a:schemeClr val="bg2"/>
                </a:solidFill>
                <a:latin typeface="+mn-lt"/>
              </a:defRPr>
            </a:lvl1pPr>
          </a:lstStyle>
          <a:p>
            <a:r>
              <a:rPr lang="en-GB" dirty="0"/>
              <a:t>Date</a:t>
            </a:r>
          </a:p>
        </p:txBody>
      </p:sp>
      <p:pic>
        <p:nvPicPr>
          <p:cNvPr id="3" name="Picture 2" descr="Chatty cartoon bee">
            <a:extLst>
              <a:ext uri="{FF2B5EF4-FFF2-40B4-BE49-F238E27FC236}">
                <a16:creationId xmlns:a16="http://schemas.microsoft.com/office/drawing/2014/main" id="{03C90E82-3E0E-FEEB-9E01-7EC09B4C176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88622" y="599833"/>
            <a:ext cx="482380" cy="6174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88706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Left Photo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4C42D79D-196D-79B2-C9D9-9E420F6F738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90159" y="4314212"/>
            <a:ext cx="4605147" cy="2206160"/>
          </a:xfrm>
          <a:prstGeom prst="rect">
            <a:avLst/>
          </a:prstGeom>
          <a:noFill/>
        </p:spPr>
        <p:txBody>
          <a:bodyPr lIns="45720" tIns="45720" rIns="45720" bIns="45720" anchor="b" anchorCtr="0"/>
          <a:lstStyle>
            <a:lvl1pPr marL="0" indent="0" algn="l">
              <a:lnSpc>
                <a:spcPct val="90000"/>
              </a:lnSpc>
              <a:buFont typeface="Arial" panose="020B0604020202020204" pitchFamily="34" charset="0"/>
              <a:buNone/>
              <a:defRPr sz="3442" b="0" i="0" spc="0" baseline="0">
                <a:solidFill>
                  <a:schemeClr val="bg1"/>
                </a:solidFill>
                <a:latin typeface="+mj-lt"/>
                <a:cs typeface="CiscoSansTT ExtraLight"/>
              </a:defRPr>
            </a:lvl1pPr>
          </a:lstStyle>
          <a:p>
            <a:r>
              <a:rPr lang="en-GB" dirty="0"/>
              <a:t>Presentation title</a:t>
            </a:r>
            <a:endParaRPr lang="en-US" dirty="0"/>
          </a:p>
        </p:txBody>
      </p:sp>
      <p:sp>
        <p:nvSpPr>
          <p:cNvPr id="8" name="Subtitle">
            <a:extLst>
              <a:ext uri="{FF2B5EF4-FFF2-40B4-BE49-F238E27FC236}">
                <a16:creationId xmlns:a16="http://schemas.microsoft.com/office/drawing/2014/main" id="{8D946DB3-26D2-2EE1-728C-7D32C4930F2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90159" y="6649334"/>
            <a:ext cx="4605147" cy="584713"/>
          </a:xfrm>
          <a:prstGeom prst="rect">
            <a:avLst/>
          </a:prstGeom>
          <a:noFill/>
        </p:spPr>
        <p:txBody>
          <a:bodyPr lIns="45720" tIns="45720" rIns="45720" bIns="45720">
            <a:noAutofit/>
          </a:bodyPr>
          <a:lstStyle>
            <a:lvl1pPr marL="0" indent="0" algn="l">
              <a:buFont typeface="Arial" panose="020B0604020202020204" pitchFamily="34" charset="0"/>
              <a:buNone/>
              <a:defRPr sz="1530" b="0" i="0" baseline="0">
                <a:solidFill>
                  <a:schemeClr val="tx1"/>
                </a:solidFill>
                <a:latin typeface="+mn-lt"/>
                <a:cs typeface="CiscoSansTT Light" panose="020B0503020201020303" pitchFamily="34" charset="0"/>
              </a:defRPr>
            </a:lvl1pPr>
            <a:lvl2pPr marL="259062" indent="0">
              <a:buNone/>
              <a:defRPr/>
            </a:lvl2pPr>
            <a:lvl3pPr marL="363288" indent="0">
              <a:buNone/>
              <a:defRPr/>
            </a:lvl3pPr>
            <a:lvl4pPr marL="439187" indent="0">
              <a:buNone/>
              <a:defRPr/>
            </a:lvl4pPr>
            <a:lvl5pPr marL="511033" indent="0">
              <a:buNone/>
              <a:defRPr/>
            </a:lvl5pPr>
          </a:lstStyle>
          <a:p>
            <a:pPr lvl="0"/>
            <a:r>
              <a:rPr lang="en-GB" dirty="0"/>
              <a:t>Subtitle</a:t>
            </a:r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E07CA8F8-C47B-50F4-9C65-C46111F86B8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90159" y="7553990"/>
            <a:ext cx="4605147" cy="804672"/>
          </a:xfrm>
          <a:prstGeom prst="rect">
            <a:avLst/>
          </a:prstGeom>
          <a:noFill/>
        </p:spPr>
        <p:txBody>
          <a:bodyPr lIns="45720" tIns="45720" rIns="45720" bIns="45720" anchor="t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20" b="0" i="0">
                <a:solidFill>
                  <a:schemeClr val="tx1"/>
                </a:solidFill>
                <a:latin typeface="+mn-lt"/>
                <a:cs typeface="CiscoSansTT Light" panose="020B0503020201020303" pitchFamily="34" charset="0"/>
              </a:defRPr>
            </a:lvl1pPr>
            <a:lvl2pPr marL="29142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58285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8742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16571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45714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7485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040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33143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 dirty="0"/>
              <a:t>Speaker name, Speaker title </a:t>
            </a:r>
            <a:br>
              <a:rPr lang="en-GB" dirty="0"/>
            </a:br>
            <a:r>
              <a:rPr lang="en-GB" dirty="0"/>
              <a:t>Department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5B2559ED-95F1-F66B-5A2F-A212CE3F2F86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390159" y="8542939"/>
            <a:ext cx="4605147" cy="421429"/>
          </a:xfrm>
          <a:prstGeom prst="rect">
            <a:avLst/>
          </a:prstGeom>
        </p:spPr>
        <p:txBody>
          <a:bodyPr lIns="45720" rIns="45720"/>
          <a:lstStyle>
            <a:lvl1pPr marL="0" indent="0">
              <a:spcBef>
                <a:spcPts val="0"/>
              </a:spcBef>
              <a:buNone/>
              <a:defRPr sz="893">
                <a:latin typeface="+mn-lt"/>
              </a:defRPr>
            </a:lvl1pPr>
          </a:lstStyle>
          <a:p>
            <a:r>
              <a:rPr lang="en-GB" dirty="0"/>
              <a:t>Date</a:t>
            </a:r>
          </a:p>
        </p:txBody>
      </p: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3142FB2B-DAA9-0877-DC48-2611FC3FC410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5218613" y="0"/>
            <a:ext cx="2553789" cy="10058400"/>
          </a:xfrm>
          <a:prstGeom prst="rect">
            <a:avLst/>
          </a:prstGeom>
          <a:solidFill>
            <a:schemeClr val="accent4">
              <a:alpha val="25000"/>
            </a:schemeClr>
          </a:solidFill>
        </p:spPr>
        <p:txBody>
          <a:bodyPr vert="horz" lIns="91420" tIns="45710" rIns="91420" bIns="45710" anchor="ctr"/>
          <a:lstStyle>
            <a:lvl1pPr marL="0" indent="0" algn="ctr">
              <a:buNone/>
              <a:defRPr sz="765" b="0" i="0" baseline="0">
                <a:solidFill>
                  <a:schemeClr val="tx1"/>
                </a:solidFill>
                <a:latin typeface="+mn-lt"/>
                <a:cs typeface="CiscoSans ExtraLight"/>
              </a:defRPr>
            </a:lvl1pPr>
          </a:lstStyle>
          <a:p>
            <a:pPr lvl="0"/>
            <a:r>
              <a:rPr lang="en-US" noProof="0" dirty="0"/>
              <a:t>Click to add picture</a:t>
            </a:r>
          </a:p>
        </p:txBody>
      </p:sp>
      <p:pic>
        <p:nvPicPr>
          <p:cNvPr id="4" name="Picture 3" descr="Chatty cartoon bee">
            <a:extLst>
              <a:ext uri="{FF2B5EF4-FFF2-40B4-BE49-F238E27FC236}">
                <a16:creationId xmlns:a16="http://schemas.microsoft.com/office/drawing/2014/main" id="{429282AE-C33E-1FAA-3F79-B4B0A337132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88622" y="599833"/>
            <a:ext cx="482380" cy="6174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87759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Left Photo Sky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4C42D79D-196D-79B2-C9D9-9E420F6F738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90159" y="4314212"/>
            <a:ext cx="4605147" cy="2206160"/>
          </a:xfrm>
          <a:prstGeom prst="rect">
            <a:avLst/>
          </a:prstGeom>
          <a:noFill/>
        </p:spPr>
        <p:txBody>
          <a:bodyPr lIns="45720" tIns="45720" rIns="45720" bIns="45720" anchor="b" anchorCtr="0"/>
          <a:lstStyle>
            <a:lvl1pPr marL="0" indent="0" algn="l">
              <a:lnSpc>
                <a:spcPct val="90000"/>
              </a:lnSpc>
              <a:buFont typeface="Arial" panose="020B0604020202020204" pitchFamily="34" charset="0"/>
              <a:buNone/>
              <a:defRPr sz="3442" b="0" i="0" spc="0" baseline="0">
                <a:solidFill>
                  <a:schemeClr val="bg1"/>
                </a:solidFill>
                <a:latin typeface="+mj-lt"/>
                <a:cs typeface="CiscoSansTT ExtraLight"/>
              </a:defRPr>
            </a:lvl1pPr>
          </a:lstStyle>
          <a:p>
            <a:r>
              <a:rPr lang="en-GB" dirty="0"/>
              <a:t>Presentation title</a:t>
            </a:r>
            <a:endParaRPr lang="en-US" dirty="0"/>
          </a:p>
        </p:txBody>
      </p:sp>
      <p:sp>
        <p:nvSpPr>
          <p:cNvPr id="8" name="Subtitle">
            <a:extLst>
              <a:ext uri="{FF2B5EF4-FFF2-40B4-BE49-F238E27FC236}">
                <a16:creationId xmlns:a16="http://schemas.microsoft.com/office/drawing/2014/main" id="{8D946DB3-26D2-2EE1-728C-7D32C4930F2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90159" y="6649334"/>
            <a:ext cx="4605147" cy="584713"/>
          </a:xfrm>
          <a:prstGeom prst="rect">
            <a:avLst/>
          </a:prstGeom>
          <a:noFill/>
        </p:spPr>
        <p:txBody>
          <a:bodyPr lIns="45720" tIns="45720" rIns="45720" bIns="45720">
            <a:noAutofit/>
          </a:bodyPr>
          <a:lstStyle>
            <a:lvl1pPr marL="0" indent="0" algn="l">
              <a:buFont typeface="Arial" panose="020B0604020202020204" pitchFamily="34" charset="0"/>
              <a:buNone/>
              <a:defRPr sz="1530" b="0" i="0" baseline="0">
                <a:solidFill>
                  <a:schemeClr val="tx1"/>
                </a:solidFill>
                <a:latin typeface="+mn-lt"/>
                <a:cs typeface="CiscoSansTT Light" panose="020B0503020201020303" pitchFamily="34" charset="0"/>
              </a:defRPr>
            </a:lvl1pPr>
            <a:lvl2pPr marL="259062" indent="0">
              <a:buNone/>
              <a:defRPr/>
            </a:lvl2pPr>
            <a:lvl3pPr marL="363288" indent="0">
              <a:buNone/>
              <a:defRPr/>
            </a:lvl3pPr>
            <a:lvl4pPr marL="439187" indent="0">
              <a:buNone/>
              <a:defRPr/>
            </a:lvl4pPr>
            <a:lvl5pPr marL="511033" indent="0">
              <a:buNone/>
              <a:defRPr/>
            </a:lvl5pPr>
          </a:lstStyle>
          <a:p>
            <a:pPr lvl="0"/>
            <a:r>
              <a:rPr lang="en-GB" dirty="0"/>
              <a:t>Subtitle</a:t>
            </a:r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E07CA8F8-C47B-50F4-9C65-C46111F86B8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90159" y="7553990"/>
            <a:ext cx="4605147" cy="804672"/>
          </a:xfrm>
          <a:prstGeom prst="rect">
            <a:avLst/>
          </a:prstGeom>
          <a:noFill/>
        </p:spPr>
        <p:txBody>
          <a:bodyPr lIns="45720" tIns="45720" rIns="45720" bIns="45720" anchor="t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20" b="0" i="0">
                <a:solidFill>
                  <a:schemeClr val="tx1"/>
                </a:solidFill>
                <a:latin typeface="+mn-lt"/>
                <a:cs typeface="CiscoSansTT Light" panose="020B0503020201020303" pitchFamily="34" charset="0"/>
              </a:defRPr>
            </a:lvl1pPr>
            <a:lvl2pPr marL="29142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58285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8742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16571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45714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7485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040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33143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 dirty="0"/>
              <a:t>Speaker name, Speaker title </a:t>
            </a:r>
            <a:br>
              <a:rPr lang="en-GB" dirty="0"/>
            </a:br>
            <a:r>
              <a:rPr lang="en-GB" dirty="0"/>
              <a:t>Department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5B2559ED-95F1-F66B-5A2F-A212CE3F2F86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390159" y="8542939"/>
            <a:ext cx="4605147" cy="421429"/>
          </a:xfrm>
          <a:prstGeom prst="rect">
            <a:avLst/>
          </a:prstGeom>
        </p:spPr>
        <p:txBody>
          <a:bodyPr lIns="45720" rIns="45720"/>
          <a:lstStyle>
            <a:lvl1pPr marL="0" indent="0">
              <a:spcBef>
                <a:spcPts val="0"/>
              </a:spcBef>
              <a:buNone/>
              <a:defRPr sz="893">
                <a:latin typeface="+mn-lt"/>
              </a:defRPr>
            </a:lvl1pPr>
          </a:lstStyle>
          <a:p>
            <a:r>
              <a:rPr lang="en-GB" dirty="0"/>
              <a:t>Date</a:t>
            </a:r>
          </a:p>
        </p:txBody>
      </p: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3142FB2B-DAA9-0877-DC48-2611FC3FC410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5218613" y="0"/>
            <a:ext cx="2553789" cy="10058400"/>
          </a:xfrm>
          <a:prstGeom prst="rect">
            <a:avLst/>
          </a:prstGeom>
          <a:solidFill>
            <a:schemeClr val="accent4">
              <a:alpha val="25000"/>
            </a:schemeClr>
          </a:solidFill>
        </p:spPr>
        <p:txBody>
          <a:bodyPr vert="horz" lIns="91420" tIns="45710" rIns="91420" bIns="45710" anchor="ctr"/>
          <a:lstStyle>
            <a:lvl1pPr marL="0" indent="0" algn="ctr">
              <a:buNone/>
              <a:defRPr sz="765" b="0" i="0" baseline="0">
                <a:solidFill>
                  <a:schemeClr val="tx1"/>
                </a:solidFill>
                <a:latin typeface="+mn-lt"/>
                <a:cs typeface="CiscoSans ExtraLight"/>
              </a:defRPr>
            </a:lvl1pPr>
          </a:lstStyle>
          <a:p>
            <a:pPr lvl="0"/>
            <a:r>
              <a:rPr lang="en-US" noProof="0" dirty="0"/>
              <a:t>Click to add picture</a:t>
            </a:r>
          </a:p>
        </p:txBody>
      </p:sp>
      <p:pic>
        <p:nvPicPr>
          <p:cNvPr id="4" name="Picture 3" descr="Chatty cartoon bee">
            <a:extLst>
              <a:ext uri="{FF2B5EF4-FFF2-40B4-BE49-F238E27FC236}">
                <a16:creationId xmlns:a16="http://schemas.microsoft.com/office/drawing/2014/main" id="{4EA80EA0-1779-EC37-4F23-3E8ECCF8AED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88622" y="599833"/>
            <a:ext cx="482380" cy="6174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4733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Left Photo Midn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4C42D79D-196D-79B2-C9D9-9E420F6F738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90159" y="4314212"/>
            <a:ext cx="4605147" cy="2206160"/>
          </a:xfrm>
          <a:prstGeom prst="rect">
            <a:avLst/>
          </a:prstGeom>
          <a:noFill/>
        </p:spPr>
        <p:txBody>
          <a:bodyPr lIns="45720" tIns="45720" rIns="45720" bIns="45720" anchor="b" anchorCtr="0"/>
          <a:lstStyle>
            <a:lvl1pPr marL="0" indent="0" algn="l">
              <a:lnSpc>
                <a:spcPct val="90000"/>
              </a:lnSpc>
              <a:buFont typeface="Arial" panose="020B0604020202020204" pitchFamily="34" charset="0"/>
              <a:buNone/>
              <a:defRPr sz="3442" b="0" i="0" spc="0" baseline="0">
                <a:solidFill>
                  <a:schemeClr val="accent1"/>
                </a:solidFill>
                <a:latin typeface="+mj-lt"/>
                <a:cs typeface="CiscoSansTT ExtraLight"/>
              </a:defRPr>
            </a:lvl1pPr>
          </a:lstStyle>
          <a:p>
            <a:r>
              <a:rPr lang="en-GB" dirty="0"/>
              <a:t>Presentation title</a:t>
            </a:r>
            <a:endParaRPr lang="en-US" dirty="0"/>
          </a:p>
        </p:txBody>
      </p:sp>
      <p:sp>
        <p:nvSpPr>
          <p:cNvPr id="8" name="Subtitle">
            <a:extLst>
              <a:ext uri="{FF2B5EF4-FFF2-40B4-BE49-F238E27FC236}">
                <a16:creationId xmlns:a16="http://schemas.microsoft.com/office/drawing/2014/main" id="{8D946DB3-26D2-2EE1-728C-7D32C4930F2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90159" y="6649334"/>
            <a:ext cx="4605147" cy="584713"/>
          </a:xfrm>
          <a:prstGeom prst="rect">
            <a:avLst/>
          </a:prstGeom>
          <a:noFill/>
        </p:spPr>
        <p:txBody>
          <a:bodyPr lIns="45720" tIns="45720" rIns="45720" bIns="45720">
            <a:noAutofit/>
          </a:bodyPr>
          <a:lstStyle>
            <a:lvl1pPr marL="0" indent="0" algn="l">
              <a:buFont typeface="Arial" panose="020B0604020202020204" pitchFamily="34" charset="0"/>
              <a:buNone/>
              <a:defRPr sz="1530" b="0" i="0" baseline="0">
                <a:solidFill>
                  <a:schemeClr val="accent1"/>
                </a:solidFill>
                <a:latin typeface="+mn-lt"/>
                <a:cs typeface="CiscoSansTT Light" panose="020B0503020201020303" pitchFamily="34" charset="0"/>
              </a:defRPr>
            </a:lvl1pPr>
            <a:lvl2pPr marL="259062" indent="0">
              <a:buNone/>
              <a:defRPr/>
            </a:lvl2pPr>
            <a:lvl3pPr marL="363288" indent="0">
              <a:buNone/>
              <a:defRPr/>
            </a:lvl3pPr>
            <a:lvl4pPr marL="439187" indent="0">
              <a:buNone/>
              <a:defRPr/>
            </a:lvl4pPr>
            <a:lvl5pPr marL="511033" indent="0">
              <a:buNone/>
              <a:defRPr/>
            </a:lvl5pPr>
          </a:lstStyle>
          <a:p>
            <a:pPr lvl="0"/>
            <a:r>
              <a:rPr lang="en-GB" dirty="0"/>
              <a:t>Subtitle</a:t>
            </a:r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E07CA8F8-C47B-50F4-9C65-C46111F86B8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90159" y="7553990"/>
            <a:ext cx="4605147" cy="804672"/>
          </a:xfrm>
          <a:prstGeom prst="rect">
            <a:avLst/>
          </a:prstGeom>
          <a:noFill/>
        </p:spPr>
        <p:txBody>
          <a:bodyPr lIns="45720" tIns="45720" rIns="45720" bIns="45720" anchor="t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20" b="0" i="0">
                <a:solidFill>
                  <a:schemeClr val="bg2"/>
                </a:solidFill>
                <a:latin typeface="+mn-lt"/>
                <a:cs typeface="CiscoSansTT Light" panose="020B0503020201020303" pitchFamily="34" charset="0"/>
              </a:defRPr>
            </a:lvl1pPr>
            <a:lvl2pPr marL="29142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58285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8742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16571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45714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7485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040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33143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 dirty="0"/>
              <a:t>Speaker name, Speaker title </a:t>
            </a:r>
            <a:br>
              <a:rPr lang="en-GB" dirty="0"/>
            </a:br>
            <a:r>
              <a:rPr lang="en-GB" dirty="0"/>
              <a:t>Department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5B2559ED-95F1-F66B-5A2F-A212CE3F2F86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390159" y="8542939"/>
            <a:ext cx="4605147" cy="421429"/>
          </a:xfrm>
          <a:prstGeom prst="rect">
            <a:avLst/>
          </a:prstGeom>
        </p:spPr>
        <p:txBody>
          <a:bodyPr lIns="45720" rIns="45720"/>
          <a:lstStyle>
            <a:lvl1pPr marL="0" indent="0">
              <a:spcBef>
                <a:spcPts val="0"/>
              </a:spcBef>
              <a:buNone/>
              <a:defRPr sz="893">
                <a:solidFill>
                  <a:schemeClr val="bg2"/>
                </a:solidFill>
                <a:latin typeface="+mn-lt"/>
              </a:defRPr>
            </a:lvl1pPr>
          </a:lstStyle>
          <a:p>
            <a:r>
              <a:rPr lang="en-GB" dirty="0"/>
              <a:t>Date</a:t>
            </a:r>
          </a:p>
        </p:txBody>
      </p: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3142FB2B-DAA9-0877-DC48-2611FC3FC410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5218613" y="0"/>
            <a:ext cx="2553789" cy="10058400"/>
          </a:xfrm>
          <a:prstGeom prst="rect">
            <a:avLst/>
          </a:prstGeom>
          <a:solidFill>
            <a:schemeClr val="accent4">
              <a:alpha val="25000"/>
            </a:schemeClr>
          </a:solidFill>
        </p:spPr>
        <p:txBody>
          <a:bodyPr vert="horz" lIns="91420" tIns="45710" rIns="91420" bIns="45710" anchor="ctr"/>
          <a:lstStyle>
            <a:lvl1pPr marL="0" indent="0" algn="ctr">
              <a:buNone/>
              <a:defRPr sz="765" b="0" i="0" baseline="0">
                <a:solidFill>
                  <a:schemeClr val="bg2"/>
                </a:solidFill>
                <a:latin typeface="+mn-lt"/>
                <a:cs typeface="CiscoSans ExtraLight"/>
              </a:defRPr>
            </a:lvl1pPr>
          </a:lstStyle>
          <a:p>
            <a:pPr lvl="0"/>
            <a:r>
              <a:rPr lang="en-US" noProof="0" dirty="0"/>
              <a:t>Click to add picture</a:t>
            </a:r>
          </a:p>
        </p:txBody>
      </p:sp>
      <p:pic>
        <p:nvPicPr>
          <p:cNvPr id="4" name="Picture 3" descr="Chatty cartoon bee">
            <a:extLst>
              <a:ext uri="{FF2B5EF4-FFF2-40B4-BE49-F238E27FC236}">
                <a16:creationId xmlns:a16="http://schemas.microsoft.com/office/drawing/2014/main" id="{6C63E18A-619C-D72B-CD9F-F2D6DE76CE3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88622" y="599833"/>
            <a:ext cx="482380" cy="6174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72542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Right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4C42D79D-196D-79B2-C9D9-9E420F6F738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90159" y="4314212"/>
            <a:ext cx="6995160" cy="2206160"/>
          </a:xfrm>
          <a:prstGeom prst="rect">
            <a:avLst/>
          </a:prstGeom>
          <a:noFill/>
        </p:spPr>
        <p:txBody>
          <a:bodyPr lIns="45720" tIns="45720" rIns="45720" bIns="45720" anchor="b" anchorCtr="0"/>
          <a:lstStyle>
            <a:lvl1pPr marL="0" indent="0" algn="r">
              <a:lnSpc>
                <a:spcPct val="90000"/>
              </a:lnSpc>
              <a:buFont typeface="Arial" panose="020B0604020202020204" pitchFamily="34" charset="0"/>
              <a:buNone/>
              <a:defRPr sz="3442" b="0" i="0" spc="0" baseline="0">
                <a:solidFill>
                  <a:schemeClr val="bg1"/>
                </a:solidFill>
                <a:latin typeface="+mj-lt"/>
                <a:cs typeface="CiscoSansTT ExtraLight"/>
              </a:defRPr>
            </a:lvl1pPr>
          </a:lstStyle>
          <a:p>
            <a:r>
              <a:rPr lang="en-GB" dirty="0"/>
              <a:t>Presentation title</a:t>
            </a:r>
            <a:endParaRPr lang="en-US" dirty="0"/>
          </a:p>
        </p:txBody>
      </p:sp>
      <p:sp>
        <p:nvSpPr>
          <p:cNvPr id="8" name="Subtitle">
            <a:extLst>
              <a:ext uri="{FF2B5EF4-FFF2-40B4-BE49-F238E27FC236}">
                <a16:creationId xmlns:a16="http://schemas.microsoft.com/office/drawing/2014/main" id="{8D946DB3-26D2-2EE1-728C-7D32C4930F2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90159" y="6649334"/>
            <a:ext cx="6995160" cy="584713"/>
          </a:xfrm>
          <a:prstGeom prst="rect">
            <a:avLst/>
          </a:prstGeom>
          <a:noFill/>
        </p:spPr>
        <p:txBody>
          <a:bodyPr lIns="45720" tIns="45720" rIns="45720" bIns="45720">
            <a:noAutofit/>
          </a:bodyPr>
          <a:lstStyle>
            <a:lvl1pPr marL="0" indent="0" algn="r">
              <a:buFont typeface="Arial" panose="020B0604020202020204" pitchFamily="34" charset="0"/>
              <a:buNone/>
              <a:defRPr sz="1530" b="0" i="0" baseline="0">
                <a:solidFill>
                  <a:schemeClr val="tx1"/>
                </a:solidFill>
                <a:latin typeface="+mn-lt"/>
                <a:cs typeface="CiscoSansTT Light" panose="020B0503020201020303" pitchFamily="34" charset="0"/>
              </a:defRPr>
            </a:lvl1pPr>
            <a:lvl2pPr marL="259062" indent="0">
              <a:buNone/>
              <a:defRPr/>
            </a:lvl2pPr>
            <a:lvl3pPr marL="363288" indent="0">
              <a:buNone/>
              <a:defRPr/>
            </a:lvl3pPr>
            <a:lvl4pPr marL="439187" indent="0">
              <a:buNone/>
              <a:defRPr/>
            </a:lvl4pPr>
            <a:lvl5pPr marL="511033" indent="0">
              <a:buNone/>
              <a:defRPr/>
            </a:lvl5pPr>
          </a:lstStyle>
          <a:p>
            <a:pPr lvl="0"/>
            <a:r>
              <a:rPr lang="en-GB" dirty="0"/>
              <a:t>Subtitle</a:t>
            </a:r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E07CA8F8-C47B-50F4-9C65-C46111F86B8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90159" y="7553990"/>
            <a:ext cx="6995160" cy="804672"/>
          </a:xfrm>
          <a:prstGeom prst="rect">
            <a:avLst/>
          </a:prstGeom>
          <a:noFill/>
        </p:spPr>
        <p:txBody>
          <a:bodyPr lIns="45720" tIns="45720" rIns="45720" bIns="45720" anchor="t" anchorCtr="0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20" b="0" i="0">
                <a:solidFill>
                  <a:schemeClr val="tx1"/>
                </a:solidFill>
                <a:latin typeface="+mn-lt"/>
                <a:cs typeface="CiscoSansTT Light" panose="020B0503020201020303" pitchFamily="34" charset="0"/>
              </a:defRPr>
            </a:lvl1pPr>
            <a:lvl2pPr marL="29142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58285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8742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16571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45714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7485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040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33143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 dirty="0"/>
              <a:t>Speaker name, Speaker title </a:t>
            </a:r>
            <a:br>
              <a:rPr lang="en-GB" dirty="0"/>
            </a:br>
            <a:r>
              <a:rPr lang="en-GB" dirty="0"/>
              <a:t>Department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5B2559ED-95F1-F66B-5A2F-A212CE3F2F86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390159" y="8542939"/>
            <a:ext cx="6995160" cy="421429"/>
          </a:xfrm>
          <a:prstGeom prst="rect">
            <a:avLst/>
          </a:prstGeom>
        </p:spPr>
        <p:txBody>
          <a:bodyPr lIns="45720" rIns="45720"/>
          <a:lstStyle>
            <a:lvl1pPr marL="0" indent="0" algn="r">
              <a:spcBef>
                <a:spcPts val="0"/>
              </a:spcBef>
              <a:buNone/>
              <a:defRPr sz="893">
                <a:latin typeface="+mn-lt"/>
              </a:defRPr>
            </a:lvl1pPr>
          </a:lstStyle>
          <a:p>
            <a:r>
              <a:rPr lang="en-GB" dirty="0"/>
              <a:t>Date</a:t>
            </a:r>
          </a:p>
        </p:txBody>
      </p:sp>
      <p:pic>
        <p:nvPicPr>
          <p:cNvPr id="3" name="Picture 2" descr="Chatty cartoon bee">
            <a:extLst>
              <a:ext uri="{FF2B5EF4-FFF2-40B4-BE49-F238E27FC236}">
                <a16:creationId xmlns:a16="http://schemas.microsoft.com/office/drawing/2014/main" id="{D7DD9106-26BD-FBF9-6CFA-F1511BC17FD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88622" y="599833"/>
            <a:ext cx="482380" cy="6174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56404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que Whit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CBA1FD7D-7C93-E645-B2E9-AD2B9329C1E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99030" y="4091518"/>
            <a:ext cx="6522987" cy="934820"/>
          </a:xfrm>
          <a:prstGeom prst="rect">
            <a:avLst/>
          </a:prstGeom>
        </p:spPr>
        <p:txBody>
          <a:bodyPr lIns="45720" tIns="45720" rIns="45720" bIns="45720" anchor="b"/>
          <a:lstStyle>
            <a:lvl1pPr marL="0" indent="0" algn="l">
              <a:lnSpc>
                <a:spcPts val="3060"/>
              </a:lnSpc>
              <a:buFont typeface="Arial" panose="020B0604020202020204" pitchFamily="34" charset="0"/>
              <a:buNone/>
              <a:defRPr sz="2805" b="0" i="0" spc="0" baseline="0">
                <a:solidFill>
                  <a:schemeClr val="bg1"/>
                </a:solidFill>
                <a:latin typeface="+mj-lt"/>
                <a:cs typeface="CiscoSansTT ExtraLight" panose="020B0303020201020303" pitchFamily="34" charset="0"/>
              </a:defRPr>
            </a:lvl1pPr>
          </a:lstStyle>
          <a:p>
            <a:r>
              <a:rPr lang="en-GB" dirty="0"/>
              <a:t>Segue slide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17958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gue Sky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DB6C47-BF34-58BF-BFE8-DDC169C5472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99030" y="4091518"/>
            <a:ext cx="6522987" cy="934820"/>
          </a:xfrm>
          <a:prstGeom prst="rect">
            <a:avLst/>
          </a:prstGeom>
        </p:spPr>
        <p:txBody>
          <a:bodyPr lIns="45720" tIns="45720" rIns="45720" bIns="45720" anchor="b"/>
          <a:lstStyle>
            <a:lvl1pPr marL="0" indent="0" algn="l">
              <a:lnSpc>
                <a:spcPts val="3060"/>
              </a:lnSpc>
              <a:buFont typeface="Arial" panose="020B0604020202020204" pitchFamily="34" charset="0"/>
              <a:buNone/>
              <a:defRPr sz="2805" b="0" i="0" spc="0" baseline="0">
                <a:solidFill>
                  <a:schemeClr val="bg1"/>
                </a:solidFill>
                <a:latin typeface="+mj-lt"/>
                <a:cs typeface="CiscoSansTT ExtraLight" panose="020B0303020201020303" pitchFamily="34" charset="0"/>
              </a:defRPr>
            </a:lvl1pPr>
          </a:lstStyle>
          <a:p>
            <a:r>
              <a:rPr lang="en-GB" dirty="0"/>
              <a:t>Segue slide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43926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gue Midn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30E683ED-333E-71AE-8D5B-04FB014DEDA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99030" y="4091518"/>
            <a:ext cx="6522987" cy="934820"/>
          </a:xfrm>
          <a:prstGeom prst="rect">
            <a:avLst/>
          </a:prstGeom>
        </p:spPr>
        <p:txBody>
          <a:bodyPr lIns="45720" tIns="45720" rIns="45720" bIns="45720" anchor="b"/>
          <a:lstStyle>
            <a:lvl1pPr marL="0" indent="0" algn="l">
              <a:lnSpc>
                <a:spcPts val="3060"/>
              </a:lnSpc>
              <a:buFont typeface="Arial" panose="020B0604020202020204" pitchFamily="34" charset="0"/>
              <a:buNone/>
              <a:defRPr sz="2805" b="0" i="0" spc="0" baseline="0">
                <a:solidFill>
                  <a:schemeClr val="accent1"/>
                </a:solidFill>
                <a:latin typeface="+mj-lt"/>
                <a:cs typeface="CiscoSansTT ExtraLight" panose="020B0303020201020303" pitchFamily="34" charset="0"/>
              </a:defRPr>
            </a:lvl1pPr>
          </a:lstStyle>
          <a:p>
            <a:r>
              <a:rPr lang="en-GB" dirty="0"/>
              <a:t>Segue slide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50314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ansition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C4A31272-7678-5F4F-BF05-F087FA2FC8E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54964" y="4065681"/>
            <a:ext cx="6528816" cy="938784"/>
          </a:xfrm>
          <a:prstGeom prst="rect">
            <a:avLst/>
          </a:prstGeom>
        </p:spPr>
        <p:txBody>
          <a:bodyPr lIns="45720" rIns="45720" anchor="ctr"/>
          <a:lstStyle>
            <a:lvl1pPr marL="0" indent="0" algn="r">
              <a:lnSpc>
                <a:spcPts val="3060"/>
              </a:lnSpc>
              <a:buFont typeface="Arial" panose="020B0604020202020204" pitchFamily="34" charset="0"/>
              <a:buNone/>
              <a:defRPr sz="2805" b="0" i="0" spc="0" baseline="0">
                <a:solidFill>
                  <a:schemeClr val="bg1"/>
                </a:solidFill>
                <a:latin typeface="+mj-lt"/>
                <a:cs typeface="CiscoSansTT ExtraLight" panose="020B0303020201020303" pitchFamily="34" charset="0"/>
              </a:defRPr>
            </a:lvl1pPr>
          </a:lstStyle>
          <a:p>
            <a:r>
              <a:rPr lang="en-GB" dirty="0"/>
              <a:t>Transition slide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12365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ansition Sky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E487BA-D190-36C9-FC38-746943551A1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54964" y="4065681"/>
            <a:ext cx="6528816" cy="938784"/>
          </a:xfrm>
          <a:prstGeom prst="rect">
            <a:avLst/>
          </a:prstGeom>
        </p:spPr>
        <p:txBody>
          <a:bodyPr lIns="45720" rIns="45720" anchor="ctr"/>
          <a:lstStyle>
            <a:lvl1pPr marL="0" indent="0" algn="r">
              <a:lnSpc>
                <a:spcPts val="3060"/>
              </a:lnSpc>
              <a:buFont typeface="Arial" panose="020B0604020202020204" pitchFamily="34" charset="0"/>
              <a:buNone/>
              <a:defRPr sz="2805" b="0" i="0" spc="0" baseline="0">
                <a:solidFill>
                  <a:schemeClr val="bg1"/>
                </a:solidFill>
                <a:latin typeface="+mj-lt"/>
                <a:cs typeface="CiscoSansTT ExtraLight" panose="020B0303020201020303" pitchFamily="34" charset="0"/>
              </a:defRPr>
            </a:lvl1pPr>
          </a:lstStyle>
          <a:p>
            <a:r>
              <a:rPr lang="en-GB" dirty="0"/>
              <a:t>Transition slide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68583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ansition Midn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16646CD-FB63-F3C0-1A8A-8157E8BB059B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28507" y="9493006"/>
            <a:ext cx="2890892" cy="1117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52348" tIns="26173" rIns="52348" bIns="26173" anchor="b">
            <a:spAutoFit/>
          </a:bodyPr>
          <a:lstStyle/>
          <a:p>
            <a:pPr defTabSz="519128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383" b="0" i="0" spc="17" baseline="0" dirty="0">
                <a:solidFill>
                  <a:schemeClr val="bg2"/>
                </a:solidFill>
                <a:latin typeface="+mn-lt"/>
                <a:ea typeface="+mn-ea"/>
                <a:cs typeface="CiscoSansTT Light" panose="020B0503020201020303" pitchFamily="34" charset="0"/>
              </a:rPr>
              <a:t>© 2023  Cisco and/or its affiliates. All rights reserved.   Cisco Confidential</a:t>
            </a:r>
          </a:p>
        </p:txBody>
      </p:sp>
      <p:pic>
        <p:nvPicPr>
          <p:cNvPr id="5" name="Picture 7">
            <a:extLst>
              <a:ext uri="{FF2B5EF4-FFF2-40B4-BE49-F238E27FC236}">
                <a16:creationId xmlns:a16="http://schemas.microsoft.com/office/drawing/2014/main" id="{5B019962-90BF-9C68-7A80-7C374B3C8666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388622" y="9302624"/>
            <a:ext cx="252644" cy="30540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362D482-EDEF-0534-A336-804F44744A7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54964" y="4065681"/>
            <a:ext cx="6528816" cy="938784"/>
          </a:xfrm>
          <a:prstGeom prst="rect">
            <a:avLst/>
          </a:prstGeom>
        </p:spPr>
        <p:txBody>
          <a:bodyPr lIns="45720" rIns="45720" anchor="ctr"/>
          <a:lstStyle>
            <a:lvl1pPr marL="0" indent="0" algn="r">
              <a:lnSpc>
                <a:spcPts val="3060"/>
              </a:lnSpc>
              <a:buFont typeface="Arial" panose="020B0604020202020204" pitchFamily="34" charset="0"/>
              <a:buNone/>
              <a:defRPr sz="2805" b="0" i="0" spc="0" baseline="0">
                <a:solidFill>
                  <a:schemeClr val="accent1"/>
                </a:solidFill>
                <a:latin typeface="+mj-lt"/>
                <a:cs typeface="CiscoSansTT ExtraLight" panose="020B0303020201020303" pitchFamily="34" charset="0"/>
              </a:defRPr>
            </a:lvl1pPr>
          </a:lstStyle>
          <a:p>
            <a:r>
              <a:rPr lang="en-GB" dirty="0"/>
              <a:t>Transition slide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66033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ubtitle 2">
            <a:extLst>
              <a:ext uri="{FF2B5EF4-FFF2-40B4-BE49-F238E27FC236}">
                <a16:creationId xmlns:a16="http://schemas.microsoft.com/office/drawing/2014/main" id="{055E4C37-FAD6-B449-9189-A035C0C9E88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88621" y="8298723"/>
            <a:ext cx="6995160" cy="683307"/>
          </a:xfrm>
          <a:prstGeom prst="rect">
            <a:avLst/>
          </a:prstGeom>
        </p:spPr>
        <p:txBody>
          <a:bodyPr lIns="45720" tIns="45710" rIns="45720" bIns="45710" anchor="t" anchorCtr="0">
            <a:noAutofit/>
          </a:bodyPr>
          <a:lstStyle>
            <a:lvl1pPr marL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 sz="893" b="0" i="0">
                <a:solidFill>
                  <a:schemeClr val="tx1"/>
                </a:solidFill>
                <a:latin typeface="+mn-lt"/>
                <a:cs typeface="CiscoSansTT" panose="020B0503020201020303" pitchFamily="34" charset="0"/>
              </a:defRPr>
            </a:lvl1pPr>
            <a:lvl2pPr marL="29142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58285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8742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16571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45714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7485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040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33143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 dirty="0"/>
              <a:t>Speaker role</a:t>
            </a:r>
            <a:endParaRPr lang="en-US" dirty="0"/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FEADEB85-EFB9-A048-BE6B-F1473C49995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8620" y="7675181"/>
            <a:ext cx="6995160" cy="584713"/>
          </a:xfrm>
          <a:prstGeom prst="rect">
            <a:avLst/>
          </a:prstGeom>
        </p:spPr>
        <p:txBody>
          <a:bodyPr lIns="45720" tIns="45710" rIns="45720" bIns="45710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530" b="0" i="0" baseline="0">
                <a:solidFill>
                  <a:schemeClr val="tx1"/>
                </a:solidFill>
                <a:latin typeface="+mn-lt"/>
                <a:cs typeface="CiscoSansTT Light" panose="020B0503020201020303" pitchFamily="34" charset="0"/>
              </a:defRPr>
            </a:lvl1pPr>
            <a:lvl2pPr marL="259062" indent="0">
              <a:buNone/>
              <a:defRPr/>
            </a:lvl2pPr>
            <a:lvl3pPr marL="363288" indent="0">
              <a:buNone/>
              <a:defRPr/>
            </a:lvl3pPr>
            <a:lvl4pPr marL="439187" indent="0">
              <a:buNone/>
              <a:defRPr/>
            </a:lvl4pPr>
            <a:lvl5pPr marL="511033" indent="0">
              <a:buNone/>
              <a:defRPr/>
            </a:lvl5pPr>
          </a:lstStyle>
          <a:p>
            <a:pPr lvl="0"/>
            <a:r>
              <a:rPr lang="en-GB" dirty="0"/>
              <a:t>Speaker name</a:t>
            </a: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86E3EA5B-6C70-8F4D-9385-EC53B25066C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73445" y="2051683"/>
            <a:ext cx="6614715" cy="4856264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ts val="3060"/>
              </a:lnSpc>
              <a:buFont typeface="Arial" panose="020B0604020202020204" pitchFamily="34" charset="0"/>
              <a:buNone/>
              <a:defRPr sz="2550" b="0" i="0" spc="0" baseline="0">
                <a:solidFill>
                  <a:schemeClr val="bg1"/>
                </a:solidFill>
                <a:latin typeface="+mj-lt"/>
                <a:cs typeface="CiscoSansTT ExtraLight" panose="020B0303020201020303" pitchFamily="34" charset="0"/>
              </a:defRPr>
            </a:lvl1pPr>
          </a:lstStyle>
          <a:p>
            <a:r>
              <a:rPr lang="en-GB" dirty="0"/>
              <a:t>As the adoption of multi-cloud strategy grows, Ulla </a:t>
            </a:r>
            <a:r>
              <a:rPr lang="en-GB" dirty="0" err="1"/>
              <a:t>sitiora</a:t>
            </a:r>
            <a:r>
              <a:rPr lang="en-GB" dirty="0"/>
              <a:t> </a:t>
            </a:r>
            <a:r>
              <a:rPr lang="en-GB" dirty="0" err="1"/>
              <a:t>turest</a:t>
            </a:r>
            <a:r>
              <a:rPr lang="en-GB" dirty="0"/>
              <a:t> </a:t>
            </a:r>
            <a:r>
              <a:rPr lang="en-GB" dirty="0" err="1"/>
              <a:t>experibus</a:t>
            </a:r>
            <a:r>
              <a:rPr lang="en-GB" dirty="0"/>
              <a:t> </a:t>
            </a:r>
            <a:r>
              <a:rPr lang="en-GB" dirty="0" err="1"/>
              <a:t>ut</a:t>
            </a:r>
            <a:r>
              <a:rPr lang="en-GB" dirty="0"/>
              <a:t> pa </a:t>
            </a:r>
            <a:r>
              <a:rPr lang="en-GB" dirty="0" err="1"/>
              <a:t>dolor</a:t>
            </a:r>
            <a:r>
              <a:rPr lang="en-GB" dirty="0"/>
              <a:t> a </a:t>
            </a:r>
            <a:r>
              <a:rPr lang="en-GB" dirty="0" err="1"/>
              <a:t>conestia</a:t>
            </a:r>
            <a:r>
              <a:rPr lang="en-GB" dirty="0"/>
              <a:t> vent </a:t>
            </a:r>
            <a:r>
              <a:rPr lang="en-GB" dirty="0" err="1"/>
              <a:t>eosse</a:t>
            </a:r>
            <a:r>
              <a:rPr lang="en-GB" dirty="0"/>
              <a:t> non </a:t>
            </a:r>
            <a:r>
              <a:rPr lang="en-GB" dirty="0" err="1"/>
              <a:t>consequ</a:t>
            </a:r>
            <a:r>
              <a:rPr lang="en-GB" dirty="0"/>
              <a:t> </a:t>
            </a:r>
            <a:r>
              <a:rPr lang="en-GB" dirty="0" err="1"/>
              <a:t>aturit</a:t>
            </a:r>
            <a:r>
              <a:rPr lang="en-GB" dirty="0"/>
              <a:t> </a:t>
            </a:r>
            <a:r>
              <a:rPr lang="en-GB" dirty="0" err="1"/>
              <a:t>faccum</a:t>
            </a:r>
            <a:r>
              <a:rPr lang="en-GB" dirty="0"/>
              <a:t> qui </a:t>
            </a:r>
            <a:r>
              <a:rPr lang="en-GB" dirty="0" err="1"/>
              <a:t>dolor</a:t>
            </a:r>
            <a:r>
              <a:rPr lang="en-GB" dirty="0"/>
              <a:t> a </a:t>
            </a:r>
            <a:r>
              <a:rPr lang="en-GB" dirty="0" err="1"/>
              <a:t>num</a:t>
            </a:r>
            <a:endParaRPr lang="en-GB" dirty="0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8E18B2BC-5B8F-6442-A3B3-AB5D063112D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405510" y="1076374"/>
            <a:ext cx="961381" cy="1226714"/>
          </a:xfrm>
          <a:prstGeom prst="rect">
            <a:avLst/>
          </a:prstGeom>
        </p:spPr>
      </p:pic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7191B82D-853E-F074-193C-5B7F13F89D29}"/>
              </a:ext>
            </a:extLst>
          </p:cNvPr>
          <p:cNvCxnSpPr>
            <a:cxnSpLocks/>
          </p:cNvCxnSpPr>
          <p:nvPr/>
        </p:nvCxnSpPr>
        <p:spPr>
          <a:xfrm>
            <a:off x="2897996" y="7237790"/>
            <a:ext cx="1976411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997567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Sky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ubtitle 2">
            <a:extLst>
              <a:ext uri="{FF2B5EF4-FFF2-40B4-BE49-F238E27FC236}">
                <a16:creationId xmlns:a16="http://schemas.microsoft.com/office/drawing/2014/main" id="{055E4C37-FAD6-B449-9189-A035C0C9E88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88621" y="8298723"/>
            <a:ext cx="6995160" cy="683307"/>
          </a:xfrm>
          <a:prstGeom prst="rect">
            <a:avLst/>
          </a:prstGeom>
        </p:spPr>
        <p:txBody>
          <a:bodyPr lIns="45720" tIns="45710" rIns="45720" bIns="45710" anchor="t" anchorCtr="0">
            <a:noAutofit/>
          </a:bodyPr>
          <a:lstStyle>
            <a:lvl1pPr marL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 sz="893" b="0" i="0">
                <a:solidFill>
                  <a:schemeClr val="bg1"/>
                </a:solidFill>
                <a:latin typeface="+mn-lt"/>
                <a:cs typeface="CiscoSansTT" panose="020B0503020201020303" pitchFamily="34" charset="0"/>
              </a:defRPr>
            </a:lvl1pPr>
            <a:lvl2pPr marL="29142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58285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8742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16571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45714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7485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040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33143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 dirty="0"/>
              <a:t>Speaker role</a:t>
            </a:r>
            <a:endParaRPr lang="en-US" dirty="0"/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FEADEB85-EFB9-A048-BE6B-F1473C49995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8620" y="7675181"/>
            <a:ext cx="6995160" cy="584713"/>
          </a:xfrm>
          <a:prstGeom prst="rect">
            <a:avLst/>
          </a:prstGeom>
        </p:spPr>
        <p:txBody>
          <a:bodyPr lIns="45720" tIns="45710" rIns="45720" bIns="45710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530" b="0" i="0" baseline="0">
                <a:solidFill>
                  <a:schemeClr val="bg1"/>
                </a:solidFill>
                <a:latin typeface="+mn-lt"/>
                <a:cs typeface="CiscoSansTT Light" panose="020B0503020201020303" pitchFamily="34" charset="0"/>
              </a:defRPr>
            </a:lvl1pPr>
            <a:lvl2pPr marL="259062" indent="0">
              <a:buNone/>
              <a:defRPr/>
            </a:lvl2pPr>
            <a:lvl3pPr marL="363288" indent="0">
              <a:buNone/>
              <a:defRPr/>
            </a:lvl3pPr>
            <a:lvl4pPr marL="439187" indent="0">
              <a:buNone/>
              <a:defRPr/>
            </a:lvl4pPr>
            <a:lvl5pPr marL="511033" indent="0">
              <a:buNone/>
              <a:defRPr/>
            </a:lvl5pPr>
          </a:lstStyle>
          <a:p>
            <a:pPr lvl="0"/>
            <a:r>
              <a:rPr lang="en-GB" dirty="0"/>
              <a:t>Speaker name</a:t>
            </a: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86E3EA5B-6C70-8F4D-9385-EC53B25066C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73445" y="2051683"/>
            <a:ext cx="6614715" cy="4856264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ts val="3060"/>
              </a:lnSpc>
              <a:buFont typeface="Arial" panose="020B0604020202020204" pitchFamily="34" charset="0"/>
              <a:buNone/>
              <a:defRPr sz="2550" b="0" i="0" spc="0" baseline="0">
                <a:solidFill>
                  <a:schemeClr val="bg1"/>
                </a:solidFill>
                <a:latin typeface="+mj-lt"/>
                <a:cs typeface="CiscoSansTT ExtraLight" panose="020B0303020201020303" pitchFamily="34" charset="0"/>
              </a:defRPr>
            </a:lvl1pPr>
          </a:lstStyle>
          <a:p>
            <a:r>
              <a:rPr lang="en-GB" dirty="0"/>
              <a:t>As the adoption of multi-cloud strategy grows, Ulla </a:t>
            </a:r>
            <a:r>
              <a:rPr lang="en-GB" dirty="0" err="1"/>
              <a:t>sitiora</a:t>
            </a:r>
            <a:r>
              <a:rPr lang="en-GB" dirty="0"/>
              <a:t> </a:t>
            </a:r>
            <a:r>
              <a:rPr lang="en-GB" dirty="0" err="1"/>
              <a:t>turest</a:t>
            </a:r>
            <a:r>
              <a:rPr lang="en-GB" dirty="0"/>
              <a:t> </a:t>
            </a:r>
            <a:r>
              <a:rPr lang="en-GB" dirty="0" err="1"/>
              <a:t>experibus</a:t>
            </a:r>
            <a:r>
              <a:rPr lang="en-GB" dirty="0"/>
              <a:t> </a:t>
            </a:r>
            <a:r>
              <a:rPr lang="en-GB" dirty="0" err="1"/>
              <a:t>ut</a:t>
            </a:r>
            <a:r>
              <a:rPr lang="en-GB" dirty="0"/>
              <a:t> pa </a:t>
            </a:r>
            <a:r>
              <a:rPr lang="en-GB" dirty="0" err="1"/>
              <a:t>dolor</a:t>
            </a:r>
            <a:r>
              <a:rPr lang="en-GB" dirty="0"/>
              <a:t> a </a:t>
            </a:r>
            <a:r>
              <a:rPr lang="en-GB" dirty="0" err="1"/>
              <a:t>conestia</a:t>
            </a:r>
            <a:r>
              <a:rPr lang="en-GB" dirty="0"/>
              <a:t> vent </a:t>
            </a:r>
            <a:r>
              <a:rPr lang="en-GB" dirty="0" err="1"/>
              <a:t>eosse</a:t>
            </a:r>
            <a:r>
              <a:rPr lang="en-GB" dirty="0"/>
              <a:t> non </a:t>
            </a:r>
            <a:r>
              <a:rPr lang="en-GB" dirty="0" err="1"/>
              <a:t>consequ</a:t>
            </a:r>
            <a:r>
              <a:rPr lang="en-GB" dirty="0"/>
              <a:t> </a:t>
            </a:r>
            <a:r>
              <a:rPr lang="en-GB" dirty="0" err="1"/>
              <a:t>aturit</a:t>
            </a:r>
            <a:r>
              <a:rPr lang="en-GB" dirty="0"/>
              <a:t> </a:t>
            </a:r>
            <a:r>
              <a:rPr lang="en-GB" dirty="0" err="1"/>
              <a:t>faccum</a:t>
            </a:r>
            <a:r>
              <a:rPr lang="en-GB" dirty="0"/>
              <a:t> qui </a:t>
            </a:r>
            <a:r>
              <a:rPr lang="en-GB" dirty="0" err="1"/>
              <a:t>dolor</a:t>
            </a:r>
            <a:r>
              <a:rPr lang="en-GB" dirty="0"/>
              <a:t> a </a:t>
            </a:r>
            <a:r>
              <a:rPr lang="en-GB" dirty="0" err="1"/>
              <a:t>num</a:t>
            </a:r>
            <a:endParaRPr lang="en-GB" dirty="0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8E18B2BC-5B8F-6442-A3B3-AB5D063112D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405510" y="1076374"/>
            <a:ext cx="961381" cy="1226714"/>
          </a:xfrm>
          <a:prstGeom prst="rect">
            <a:avLst/>
          </a:prstGeom>
        </p:spPr>
      </p:pic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7191B82D-853E-F074-193C-5B7F13F89D29}"/>
              </a:ext>
            </a:extLst>
          </p:cNvPr>
          <p:cNvCxnSpPr>
            <a:cxnSpLocks/>
          </p:cNvCxnSpPr>
          <p:nvPr/>
        </p:nvCxnSpPr>
        <p:spPr>
          <a:xfrm>
            <a:off x="2897996" y="7237790"/>
            <a:ext cx="1976411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000110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Midn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ubtitle 2">
            <a:extLst>
              <a:ext uri="{FF2B5EF4-FFF2-40B4-BE49-F238E27FC236}">
                <a16:creationId xmlns:a16="http://schemas.microsoft.com/office/drawing/2014/main" id="{055E4C37-FAD6-B449-9189-A035C0C9E88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88621" y="8298723"/>
            <a:ext cx="6995160" cy="683307"/>
          </a:xfrm>
          <a:prstGeom prst="rect">
            <a:avLst/>
          </a:prstGeom>
        </p:spPr>
        <p:txBody>
          <a:bodyPr lIns="45720" tIns="45710" rIns="45720" bIns="45710" anchor="t" anchorCtr="0">
            <a:noAutofit/>
          </a:bodyPr>
          <a:lstStyle>
            <a:lvl1pPr marL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 sz="893" b="0" i="0">
                <a:solidFill>
                  <a:schemeClr val="bg2"/>
                </a:solidFill>
                <a:latin typeface="+mn-lt"/>
                <a:cs typeface="CiscoSansTT" panose="020B0503020201020303" pitchFamily="34" charset="0"/>
              </a:defRPr>
            </a:lvl1pPr>
            <a:lvl2pPr marL="29142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58285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8742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16571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45714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7485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040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33143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 dirty="0"/>
              <a:t>Speaker role</a:t>
            </a:r>
            <a:endParaRPr lang="en-US" dirty="0"/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FEADEB85-EFB9-A048-BE6B-F1473C49995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8620" y="7675181"/>
            <a:ext cx="6995160" cy="584713"/>
          </a:xfrm>
          <a:prstGeom prst="rect">
            <a:avLst/>
          </a:prstGeom>
        </p:spPr>
        <p:txBody>
          <a:bodyPr lIns="45720" tIns="45710" rIns="45720" bIns="45710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530" b="0" i="0" baseline="0">
                <a:solidFill>
                  <a:schemeClr val="bg2"/>
                </a:solidFill>
                <a:latin typeface="+mn-lt"/>
                <a:cs typeface="CiscoSansTT Light" panose="020B0503020201020303" pitchFamily="34" charset="0"/>
              </a:defRPr>
            </a:lvl1pPr>
            <a:lvl2pPr marL="259062" indent="0">
              <a:buNone/>
              <a:defRPr/>
            </a:lvl2pPr>
            <a:lvl3pPr marL="363288" indent="0">
              <a:buNone/>
              <a:defRPr/>
            </a:lvl3pPr>
            <a:lvl4pPr marL="439187" indent="0">
              <a:buNone/>
              <a:defRPr/>
            </a:lvl4pPr>
            <a:lvl5pPr marL="511033" indent="0">
              <a:buNone/>
              <a:defRPr/>
            </a:lvl5pPr>
          </a:lstStyle>
          <a:p>
            <a:pPr lvl="0"/>
            <a:r>
              <a:rPr lang="en-GB" dirty="0"/>
              <a:t>Speaker name</a:t>
            </a: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86E3EA5B-6C70-8F4D-9385-EC53B25066C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73445" y="2051683"/>
            <a:ext cx="6614715" cy="4856264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ts val="3060"/>
              </a:lnSpc>
              <a:buFont typeface="Arial" panose="020B0604020202020204" pitchFamily="34" charset="0"/>
              <a:buNone/>
              <a:defRPr sz="2550" b="0" i="0" spc="0" baseline="0">
                <a:solidFill>
                  <a:schemeClr val="bg2"/>
                </a:solidFill>
                <a:latin typeface="+mj-lt"/>
                <a:cs typeface="CiscoSansTT ExtraLight" panose="020B0303020201020303" pitchFamily="34" charset="0"/>
              </a:defRPr>
            </a:lvl1pPr>
          </a:lstStyle>
          <a:p>
            <a:r>
              <a:rPr lang="en-GB" dirty="0"/>
              <a:t>As the adoption of multi-cloud strategy grows, Ulla </a:t>
            </a:r>
            <a:r>
              <a:rPr lang="en-GB" dirty="0" err="1"/>
              <a:t>sitiora</a:t>
            </a:r>
            <a:r>
              <a:rPr lang="en-GB" dirty="0"/>
              <a:t> </a:t>
            </a:r>
            <a:r>
              <a:rPr lang="en-GB" dirty="0" err="1"/>
              <a:t>turest</a:t>
            </a:r>
            <a:r>
              <a:rPr lang="en-GB" dirty="0"/>
              <a:t> </a:t>
            </a:r>
            <a:r>
              <a:rPr lang="en-GB" dirty="0" err="1"/>
              <a:t>experibus</a:t>
            </a:r>
            <a:r>
              <a:rPr lang="en-GB" dirty="0"/>
              <a:t> </a:t>
            </a:r>
            <a:r>
              <a:rPr lang="en-GB" dirty="0" err="1"/>
              <a:t>ut</a:t>
            </a:r>
            <a:r>
              <a:rPr lang="en-GB" dirty="0"/>
              <a:t> pa </a:t>
            </a:r>
            <a:r>
              <a:rPr lang="en-GB" dirty="0" err="1"/>
              <a:t>dolor</a:t>
            </a:r>
            <a:r>
              <a:rPr lang="en-GB" dirty="0"/>
              <a:t> a </a:t>
            </a:r>
            <a:r>
              <a:rPr lang="en-GB" dirty="0" err="1"/>
              <a:t>conestia</a:t>
            </a:r>
            <a:r>
              <a:rPr lang="en-GB" dirty="0"/>
              <a:t> vent </a:t>
            </a:r>
            <a:r>
              <a:rPr lang="en-GB" dirty="0" err="1"/>
              <a:t>eosse</a:t>
            </a:r>
            <a:r>
              <a:rPr lang="en-GB" dirty="0"/>
              <a:t> non </a:t>
            </a:r>
            <a:r>
              <a:rPr lang="en-GB" dirty="0" err="1"/>
              <a:t>consequ</a:t>
            </a:r>
            <a:r>
              <a:rPr lang="en-GB" dirty="0"/>
              <a:t> </a:t>
            </a:r>
            <a:r>
              <a:rPr lang="en-GB" dirty="0" err="1"/>
              <a:t>aturit</a:t>
            </a:r>
            <a:r>
              <a:rPr lang="en-GB" dirty="0"/>
              <a:t> </a:t>
            </a:r>
            <a:r>
              <a:rPr lang="en-GB" dirty="0" err="1"/>
              <a:t>faccum</a:t>
            </a:r>
            <a:r>
              <a:rPr lang="en-GB" dirty="0"/>
              <a:t> qui </a:t>
            </a:r>
            <a:r>
              <a:rPr lang="en-GB" dirty="0" err="1"/>
              <a:t>dolor</a:t>
            </a:r>
            <a:r>
              <a:rPr lang="en-GB" dirty="0"/>
              <a:t> a </a:t>
            </a:r>
            <a:r>
              <a:rPr lang="en-GB" dirty="0" err="1"/>
              <a:t>num</a:t>
            </a:r>
            <a:endParaRPr lang="en-GB" dirty="0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8E18B2BC-5B8F-6442-A3B3-AB5D063112D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405510" y="1076374"/>
            <a:ext cx="961381" cy="1226714"/>
          </a:xfrm>
          <a:prstGeom prst="rect">
            <a:avLst/>
          </a:prstGeom>
        </p:spPr>
      </p:pic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7191B82D-853E-F074-193C-5B7F13F89D29}"/>
              </a:ext>
            </a:extLst>
          </p:cNvPr>
          <p:cNvCxnSpPr>
            <a:cxnSpLocks/>
          </p:cNvCxnSpPr>
          <p:nvPr/>
        </p:nvCxnSpPr>
        <p:spPr>
          <a:xfrm>
            <a:off x="2897996" y="7237790"/>
            <a:ext cx="1976411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4">
            <a:extLst>
              <a:ext uri="{FF2B5EF4-FFF2-40B4-BE49-F238E27FC236}">
                <a16:creationId xmlns:a16="http://schemas.microsoft.com/office/drawing/2014/main" id="{A29ECC5C-23D8-044B-A13F-1C7CFA30043D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28507" y="9493006"/>
            <a:ext cx="2890892" cy="1117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52348" tIns="26173" rIns="52348" bIns="26173" anchor="b">
            <a:spAutoFit/>
          </a:bodyPr>
          <a:lstStyle/>
          <a:p>
            <a:pPr defTabSz="519128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383" b="0" i="0" spc="17" baseline="0" dirty="0">
                <a:solidFill>
                  <a:schemeClr val="bg2"/>
                </a:solidFill>
                <a:latin typeface="+mn-lt"/>
                <a:ea typeface="+mn-ea"/>
                <a:cs typeface="CiscoSansTT Light" panose="020B0503020201020303" pitchFamily="34" charset="0"/>
              </a:rPr>
              <a:t>© 2023  Cisco and/or its affiliates. All rights reserved.   Cisco Confidential</a:t>
            </a:r>
          </a:p>
        </p:txBody>
      </p:sp>
      <p:pic>
        <p:nvPicPr>
          <p:cNvPr id="6" name="Picture 7">
            <a:extLst>
              <a:ext uri="{FF2B5EF4-FFF2-40B4-BE49-F238E27FC236}">
                <a16:creationId xmlns:a16="http://schemas.microsoft.com/office/drawing/2014/main" id="{92C7939B-219A-BC07-DCE7-4B36AF2A4EA4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388622" y="9302624"/>
            <a:ext cx="252644" cy="3054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32225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288E9818-CDB2-294C-86DC-E17877CD33A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96502" y="3762587"/>
            <a:ext cx="3293555" cy="4023360"/>
          </a:xfrm>
          <a:prstGeom prst="rect">
            <a:avLst/>
          </a:prstGeom>
        </p:spPr>
        <p:txBody>
          <a:bodyPr lIns="45720" tIns="45720" rIns="45720" bIns="45720">
            <a:noAutofit/>
          </a:bodyPr>
          <a:lstStyle>
            <a:lvl1pPr marL="0" marR="0" indent="0" algn="l" defTabSz="581576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383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None/>
              <a:tabLst/>
              <a:defRPr sz="893" b="0" i="0" baseline="0">
                <a:solidFill>
                  <a:schemeClr val="tx1"/>
                </a:solidFill>
                <a:latin typeface="+mn-lt"/>
                <a:cs typeface="CiscoSansTT Light" panose="020B0503020201020303" pitchFamily="34" charset="0"/>
              </a:defRPr>
            </a:lvl1pPr>
            <a:lvl2pPr marL="259062" indent="0">
              <a:buNone/>
              <a:defRPr/>
            </a:lvl2pPr>
            <a:lvl3pPr marL="363288" indent="0">
              <a:buNone/>
              <a:defRPr/>
            </a:lvl3pPr>
            <a:lvl4pPr marL="439187" indent="0">
              <a:buNone/>
              <a:defRPr/>
            </a:lvl4pPr>
            <a:lvl5pPr marL="511033" indent="0">
              <a:buNone/>
              <a:defRPr/>
            </a:lvl5pPr>
          </a:lstStyle>
          <a:p>
            <a:pPr lvl="0"/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do </a:t>
            </a:r>
            <a:r>
              <a:rPr lang="en-GB" dirty="0" err="1"/>
              <a:t>eiusmod</a:t>
            </a:r>
            <a:r>
              <a:rPr lang="en-GB" dirty="0"/>
              <a:t> </a:t>
            </a:r>
            <a:r>
              <a:rPr lang="en-GB" dirty="0" err="1"/>
              <a:t>tempor</a:t>
            </a:r>
            <a:r>
              <a:rPr lang="en-GB" dirty="0"/>
              <a:t> </a:t>
            </a:r>
            <a:r>
              <a:rPr lang="en-GB" dirty="0" err="1"/>
              <a:t>incididunt</a:t>
            </a:r>
            <a:r>
              <a:rPr lang="en-GB" dirty="0"/>
              <a:t> </a:t>
            </a:r>
            <a:r>
              <a:rPr lang="en-GB" dirty="0" err="1"/>
              <a:t>ut</a:t>
            </a:r>
            <a:r>
              <a:rPr lang="en-GB" dirty="0"/>
              <a:t> </a:t>
            </a:r>
            <a:r>
              <a:rPr lang="en-GB" dirty="0" err="1"/>
              <a:t>labore</a:t>
            </a:r>
            <a:r>
              <a:rPr lang="en-GB" dirty="0"/>
              <a:t> et dolore. 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do </a:t>
            </a:r>
            <a:r>
              <a:rPr lang="en-GB" dirty="0" err="1"/>
              <a:t>eiusmod</a:t>
            </a:r>
            <a:r>
              <a:rPr lang="en-GB" dirty="0"/>
              <a:t> </a:t>
            </a:r>
            <a:r>
              <a:rPr lang="en-GB" dirty="0" err="1"/>
              <a:t>tempor</a:t>
            </a:r>
            <a:r>
              <a:rPr lang="en-GB" dirty="0"/>
              <a:t> </a:t>
            </a:r>
            <a:r>
              <a:rPr lang="en-GB" dirty="0" err="1"/>
              <a:t>incididunt</a:t>
            </a:r>
            <a:r>
              <a:rPr lang="en-GB" dirty="0"/>
              <a:t> et dolore.</a:t>
            </a:r>
          </a:p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labore et dolore. 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et dolore.</a:t>
            </a:r>
            <a:endParaRPr lang="en-GB" dirty="0"/>
          </a:p>
          <a:p>
            <a:pPr lvl="0"/>
            <a:endParaRPr lang="en-GB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5FB0ED95-38E7-2A5D-7BFA-218DE01901E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96503" y="2272454"/>
            <a:ext cx="3293555" cy="968588"/>
          </a:xfrm>
          <a:prstGeom prst="rect">
            <a:avLst/>
          </a:prstGeom>
        </p:spPr>
        <p:txBody>
          <a:bodyPr lIns="45720" tIns="45720" rIns="45720" bIns="4572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040" b="0" i="0" spc="0" baseline="0">
                <a:solidFill>
                  <a:schemeClr val="bg1"/>
                </a:solidFill>
                <a:latin typeface="+mj-lt"/>
                <a:cs typeface="CiscoSansTT ExtraLight" panose="020B0303020201020303" pitchFamily="34" charset="0"/>
              </a:defRPr>
            </a:lvl1pPr>
          </a:lstStyle>
          <a:p>
            <a:r>
              <a:rPr lang="en-GB" dirty="0"/>
              <a:t>Heading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9692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35059BF6-2F19-7F49-9CBE-82197BDDFC8C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086972" y="3494361"/>
            <a:ext cx="3295403" cy="536448"/>
          </a:xfrm>
          <a:prstGeom prst="rect">
            <a:avLst/>
          </a:prstGeom>
        </p:spPr>
        <p:txBody>
          <a:bodyPr lIns="45720" tIns="45720" rIns="45720" bIns="4572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020" b="0" i="0" baseline="0">
                <a:solidFill>
                  <a:schemeClr val="tx1"/>
                </a:solidFill>
                <a:latin typeface="+mn-lt"/>
                <a:cs typeface="CiscoSansTT Light" panose="020B0503020201020303" pitchFamily="34" charset="0"/>
              </a:defRPr>
            </a:lvl1pPr>
            <a:lvl2pPr marL="259062" indent="0">
              <a:buNone/>
              <a:defRPr/>
            </a:lvl2pPr>
            <a:lvl3pPr marL="363288" indent="0">
              <a:buNone/>
              <a:defRPr/>
            </a:lvl3pPr>
            <a:lvl4pPr marL="439187" indent="0">
              <a:buNone/>
              <a:defRPr/>
            </a:lvl4pPr>
            <a:lvl5pPr marL="511033" indent="0">
              <a:buNone/>
              <a:defRPr/>
            </a:lvl5pPr>
          </a:lstStyle>
          <a:p>
            <a:pPr lvl="0"/>
            <a:r>
              <a:rPr lang="en-GB" dirty="0"/>
              <a:t>Subtitle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A8B70A03-DFE5-BAFE-E792-E9F9971D5DDA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396503" y="3494363"/>
            <a:ext cx="3295403" cy="536448"/>
          </a:xfrm>
          <a:prstGeom prst="rect">
            <a:avLst/>
          </a:prstGeom>
        </p:spPr>
        <p:txBody>
          <a:bodyPr lIns="45720" tIns="45720" rIns="45720" bIns="4572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020" b="0" i="0" baseline="0">
                <a:solidFill>
                  <a:schemeClr val="tx1"/>
                </a:solidFill>
                <a:latin typeface="+mn-lt"/>
                <a:cs typeface="CiscoSansTT Light" panose="020B0503020201020303" pitchFamily="34" charset="0"/>
              </a:defRPr>
            </a:lvl1pPr>
            <a:lvl2pPr marL="259062" indent="0">
              <a:buNone/>
              <a:defRPr/>
            </a:lvl2pPr>
            <a:lvl3pPr marL="363288" indent="0">
              <a:buNone/>
              <a:defRPr/>
            </a:lvl3pPr>
            <a:lvl4pPr marL="439187" indent="0">
              <a:buNone/>
              <a:defRPr/>
            </a:lvl4pPr>
            <a:lvl5pPr marL="511033" indent="0">
              <a:buNone/>
              <a:defRPr/>
            </a:lvl5pPr>
          </a:lstStyle>
          <a:p>
            <a:pPr lvl="0"/>
            <a:r>
              <a:rPr lang="en-GB" dirty="0"/>
              <a:t>Subtitle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F8DA8E-89D4-2754-2F23-8BC1A882CC64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397595" y="4301129"/>
            <a:ext cx="3293555" cy="2145792"/>
          </a:xfrm>
          <a:prstGeom prst="rect">
            <a:avLst/>
          </a:prstGeom>
        </p:spPr>
        <p:txBody>
          <a:bodyPr lIns="45720" tIns="45720" rIns="45720" bIns="45720">
            <a:noAutofit/>
          </a:bodyPr>
          <a:lstStyle>
            <a:lvl1pPr marL="0" marR="0" indent="0" algn="l" defTabSz="581576" rtl="0" eaLnBrk="1" fontAlgn="base" latinLnBrk="0" hangingPunct="1">
              <a:lnSpc>
                <a:spcPct val="95000"/>
              </a:lnSpc>
              <a:spcBef>
                <a:spcPts val="0"/>
              </a:spcBef>
              <a:spcAft>
                <a:spcPts val="383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None/>
              <a:tabLst/>
              <a:defRPr sz="893" b="0" i="0" baseline="0">
                <a:solidFill>
                  <a:schemeClr val="tx1"/>
                </a:solidFill>
                <a:latin typeface="+mn-lt"/>
                <a:cs typeface="CiscoSansTT Light" panose="020B0503020201020303" pitchFamily="34" charset="0"/>
              </a:defRPr>
            </a:lvl1pPr>
            <a:lvl2pPr marL="259062" indent="0">
              <a:buNone/>
              <a:defRPr/>
            </a:lvl2pPr>
            <a:lvl3pPr marL="363288" indent="0">
              <a:buNone/>
              <a:defRPr/>
            </a:lvl3pPr>
            <a:lvl4pPr marL="439187" indent="0">
              <a:buNone/>
              <a:defRPr/>
            </a:lvl4pPr>
            <a:lvl5pPr marL="511033" indent="0">
              <a:buNone/>
              <a:defRPr/>
            </a:lvl5pPr>
          </a:lstStyle>
          <a:p>
            <a:pPr lvl="0"/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do </a:t>
            </a:r>
            <a:r>
              <a:rPr lang="en-GB" dirty="0" err="1"/>
              <a:t>eiusmod</a:t>
            </a:r>
            <a:r>
              <a:rPr lang="en-GB" dirty="0"/>
              <a:t> </a:t>
            </a:r>
            <a:r>
              <a:rPr lang="en-GB" dirty="0" err="1"/>
              <a:t>tempor</a:t>
            </a:r>
            <a:r>
              <a:rPr lang="en-GB" dirty="0"/>
              <a:t> </a:t>
            </a:r>
            <a:r>
              <a:rPr lang="en-GB" dirty="0" err="1"/>
              <a:t>incididunt</a:t>
            </a:r>
            <a:r>
              <a:rPr lang="en-GB" dirty="0"/>
              <a:t> </a:t>
            </a:r>
            <a:r>
              <a:rPr lang="en-GB" dirty="0" err="1"/>
              <a:t>ut</a:t>
            </a:r>
            <a:r>
              <a:rPr lang="en-GB" dirty="0"/>
              <a:t> labore et dolore. </a:t>
            </a:r>
          </a:p>
          <a:p>
            <a:pPr lvl="0"/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do </a:t>
            </a:r>
            <a:r>
              <a:rPr lang="en-GB" dirty="0" err="1"/>
              <a:t>eiusmod</a:t>
            </a:r>
            <a:r>
              <a:rPr lang="en-GB" dirty="0"/>
              <a:t> </a:t>
            </a:r>
            <a:r>
              <a:rPr lang="en-GB" dirty="0" err="1"/>
              <a:t>tempor</a:t>
            </a:r>
            <a:r>
              <a:rPr lang="en-GB" dirty="0"/>
              <a:t> </a:t>
            </a:r>
            <a:r>
              <a:rPr lang="en-GB" dirty="0" err="1"/>
              <a:t>incididunt</a:t>
            </a:r>
            <a:r>
              <a:rPr lang="en-GB" dirty="0"/>
              <a:t> </a:t>
            </a:r>
            <a:r>
              <a:rPr lang="en-GB" dirty="0" err="1"/>
              <a:t>ut</a:t>
            </a:r>
            <a:r>
              <a:rPr lang="en-GB" dirty="0"/>
              <a:t> labore.</a:t>
            </a:r>
          </a:p>
          <a:p>
            <a:pPr lvl="0"/>
            <a:endParaRPr lang="en-GB" dirty="0"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0AC6832F-2D70-B8EC-0B06-A53E0213069D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79985" y="4301129"/>
            <a:ext cx="3293555" cy="2145792"/>
          </a:xfrm>
          <a:prstGeom prst="rect">
            <a:avLst/>
          </a:prstGeom>
        </p:spPr>
        <p:txBody>
          <a:bodyPr lIns="45720" tIns="45720" rIns="45720" bIns="45720">
            <a:noAutofit/>
          </a:bodyPr>
          <a:lstStyle>
            <a:lvl1pPr marL="0" marR="0" indent="0" algn="l" defTabSz="581576" rtl="0" eaLnBrk="1" fontAlgn="base" latinLnBrk="0" hangingPunct="1">
              <a:lnSpc>
                <a:spcPct val="95000"/>
              </a:lnSpc>
              <a:spcBef>
                <a:spcPts val="0"/>
              </a:spcBef>
              <a:spcAft>
                <a:spcPts val="383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None/>
              <a:tabLst/>
              <a:defRPr sz="893" b="0" i="0" baseline="0">
                <a:solidFill>
                  <a:schemeClr val="tx1"/>
                </a:solidFill>
                <a:latin typeface="+mn-lt"/>
                <a:cs typeface="CiscoSansTT Light" panose="020B0503020201020303" pitchFamily="34" charset="0"/>
              </a:defRPr>
            </a:lvl1pPr>
            <a:lvl2pPr marL="259062" indent="0">
              <a:buNone/>
              <a:defRPr/>
            </a:lvl2pPr>
            <a:lvl3pPr marL="363288" indent="0">
              <a:buNone/>
              <a:defRPr/>
            </a:lvl3pPr>
            <a:lvl4pPr marL="439187" indent="0">
              <a:buNone/>
              <a:defRPr/>
            </a:lvl4pPr>
            <a:lvl5pPr marL="511033" indent="0">
              <a:buNone/>
              <a:defRPr/>
            </a:lvl5pPr>
          </a:lstStyle>
          <a:p>
            <a:pPr lvl="0"/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do </a:t>
            </a:r>
            <a:r>
              <a:rPr lang="en-GB" dirty="0" err="1"/>
              <a:t>eiusmod</a:t>
            </a:r>
            <a:r>
              <a:rPr lang="en-GB" dirty="0"/>
              <a:t> </a:t>
            </a:r>
            <a:r>
              <a:rPr lang="en-GB" dirty="0" err="1"/>
              <a:t>tempor</a:t>
            </a:r>
            <a:r>
              <a:rPr lang="en-GB" dirty="0"/>
              <a:t> </a:t>
            </a:r>
            <a:r>
              <a:rPr lang="en-GB" dirty="0" err="1"/>
              <a:t>incididunt</a:t>
            </a:r>
            <a:r>
              <a:rPr lang="en-GB" dirty="0"/>
              <a:t> </a:t>
            </a:r>
            <a:r>
              <a:rPr lang="en-GB" dirty="0" err="1"/>
              <a:t>ut</a:t>
            </a:r>
            <a:r>
              <a:rPr lang="en-GB" dirty="0"/>
              <a:t> labore et dolore. </a:t>
            </a:r>
          </a:p>
          <a:p>
            <a:pPr lvl="0"/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do </a:t>
            </a:r>
            <a:r>
              <a:rPr lang="en-GB" dirty="0" err="1"/>
              <a:t>eiusmod</a:t>
            </a:r>
            <a:r>
              <a:rPr lang="en-GB" dirty="0"/>
              <a:t> </a:t>
            </a:r>
            <a:r>
              <a:rPr lang="en-GB" dirty="0" err="1"/>
              <a:t>tempor</a:t>
            </a:r>
            <a:r>
              <a:rPr lang="en-GB" dirty="0"/>
              <a:t> </a:t>
            </a:r>
            <a:r>
              <a:rPr lang="en-GB" dirty="0" err="1"/>
              <a:t>incididunt</a:t>
            </a:r>
            <a:r>
              <a:rPr lang="en-GB" dirty="0"/>
              <a:t> </a:t>
            </a:r>
            <a:r>
              <a:rPr lang="en-GB" dirty="0" err="1"/>
              <a:t>ut</a:t>
            </a:r>
            <a:r>
              <a:rPr lang="en-GB" dirty="0"/>
              <a:t> labore.</a:t>
            </a:r>
          </a:p>
          <a:p>
            <a:pPr lvl="0"/>
            <a:endParaRPr lang="en-GB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AEA1A354-0871-A2E1-F013-7080A6D3E53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96503" y="2272454"/>
            <a:ext cx="3293555" cy="968588"/>
          </a:xfrm>
          <a:prstGeom prst="rect">
            <a:avLst/>
          </a:prstGeom>
        </p:spPr>
        <p:txBody>
          <a:bodyPr lIns="45720" tIns="45720" rIns="45720" bIns="4572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040" b="0" i="0" spc="0" baseline="0">
                <a:solidFill>
                  <a:schemeClr val="bg1"/>
                </a:solidFill>
                <a:latin typeface="+mj-lt"/>
                <a:cs typeface="CiscoSansTT ExtraLight" panose="020B0303020201020303" pitchFamily="34" charset="0"/>
              </a:defRPr>
            </a:lvl1pPr>
          </a:lstStyle>
          <a:p>
            <a:r>
              <a:rPr lang="en-GB" dirty="0"/>
              <a:t>Heading</a:t>
            </a:r>
            <a:endParaRPr lang="en-US" dirty="0"/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6C8EA024-D9FE-B723-2F3F-890E3F4517DB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084884" y="2275435"/>
            <a:ext cx="3293210" cy="965606"/>
          </a:xfrm>
          <a:prstGeom prst="rect">
            <a:avLst/>
          </a:prstGeom>
        </p:spPr>
        <p:txBody>
          <a:bodyPr lIns="45720" tIns="45720" rIns="45720" bIns="45720" anchor="b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040" b="0" i="0">
                <a:solidFill>
                  <a:schemeClr val="bg1"/>
                </a:solidFill>
                <a:latin typeface="+mj-lt"/>
                <a:cs typeface="CiscoSansTT ExtraLight" panose="020B0303020201020303" pitchFamily="34" charset="0"/>
              </a:defRPr>
            </a:lvl1pPr>
          </a:lstStyle>
          <a:p>
            <a:r>
              <a:rPr lang="en-GB" dirty="0"/>
              <a:t>Heading</a:t>
            </a:r>
          </a:p>
        </p:txBody>
      </p:sp>
    </p:spTree>
    <p:extLst>
      <p:ext uri="{BB962C8B-B14F-4D97-AF65-F5344CB8AC3E}">
        <p14:creationId xmlns:p14="http://schemas.microsoft.com/office/powerpoint/2010/main" val="19998220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B27A1D91-B0C5-82DE-7D46-53E481769CC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96504" y="3494363"/>
            <a:ext cx="2224387" cy="536448"/>
          </a:xfrm>
          <a:prstGeom prst="rect">
            <a:avLst/>
          </a:prstGeom>
        </p:spPr>
        <p:txBody>
          <a:bodyPr lIns="45720" tIns="45720" rIns="45720" bIns="4572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20" b="0" i="0" baseline="0">
                <a:solidFill>
                  <a:schemeClr val="tx1"/>
                </a:solidFill>
                <a:latin typeface="+mn-lt"/>
                <a:cs typeface="CiscoSansTT Light" panose="020B0503020201020303" pitchFamily="34" charset="0"/>
              </a:defRPr>
            </a:lvl1pPr>
            <a:lvl2pPr marL="259062" indent="0">
              <a:buNone/>
              <a:defRPr/>
            </a:lvl2pPr>
            <a:lvl3pPr marL="363288" indent="0">
              <a:buNone/>
              <a:defRPr/>
            </a:lvl3pPr>
            <a:lvl4pPr marL="439187" indent="0">
              <a:buNone/>
              <a:defRPr/>
            </a:lvl4pPr>
            <a:lvl5pPr marL="511033" indent="0">
              <a:buNone/>
              <a:defRPr/>
            </a:lvl5pPr>
          </a:lstStyle>
          <a:p>
            <a:pPr lvl="0"/>
            <a:r>
              <a:rPr lang="en-GB" dirty="0"/>
              <a:t>Subtitle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45F39481-2908-3822-701D-5FF87E1F03A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159393" y="3494363"/>
            <a:ext cx="2224387" cy="536448"/>
          </a:xfrm>
          <a:prstGeom prst="rect">
            <a:avLst/>
          </a:prstGeom>
        </p:spPr>
        <p:txBody>
          <a:bodyPr lIns="45720" tIns="45720" rIns="45720" bIns="4572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20" b="0" i="0" baseline="0">
                <a:solidFill>
                  <a:schemeClr val="tx1"/>
                </a:solidFill>
                <a:latin typeface="+mn-lt"/>
                <a:cs typeface="CiscoSansTT Light" panose="020B0503020201020303" pitchFamily="34" charset="0"/>
              </a:defRPr>
            </a:lvl1pPr>
            <a:lvl2pPr marL="259062" indent="0">
              <a:buNone/>
              <a:defRPr/>
            </a:lvl2pPr>
            <a:lvl3pPr marL="363288" indent="0">
              <a:buNone/>
              <a:defRPr/>
            </a:lvl3pPr>
            <a:lvl4pPr marL="439187" indent="0">
              <a:buNone/>
              <a:defRPr/>
            </a:lvl4pPr>
            <a:lvl5pPr marL="511033" indent="0">
              <a:buNone/>
              <a:defRPr/>
            </a:lvl5pPr>
          </a:lstStyle>
          <a:p>
            <a:pPr lvl="0"/>
            <a:r>
              <a:rPr lang="en-GB" dirty="0"/>
              <a:t>Subtitle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3BD0ABDF-0D5E-A765-9F69-3BC9541847C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781186" y="3494363"/>
            <a:ext cx="2224387" cy="536448"/>
          </a:xfrm>
          <a:prstGeom prst="rect">
            <a:avLst/>
          </a:prstGeom>
        </p:spPr>
        <p:txBody>
          <a:bodyPr lIns="45720" tIns="45720" rIns="45720" bIns="4572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20" b="0" i="0" baseline="0">
                <a:solidFill>
                  <a:schemeClr val="tx1"/>
                </a:solidFill>
                <a:latin typeface="+mn-lt"/>
                <a:cs typeface="CiscoSansTT Light" panose="020B0503020201020303" pitchFamily="34" charset="0"/>
              </a:defRPr>
            </a:lvl1pPr>
            <a:lvl2pPr marL="259062" indent="0">
              <a:buNone/>
              <a:defRPr/>
            </a:lvl2pPr>
            <a:lvl3pPr marL="363288" indent="0">
              <a:buNone/>
              <a:defRPr/>
            </a:lvl3pPr>
            <a:lvl4pPr marL="439187" indent="0">
              <a:buNone/>
              <a:defRPr/>
            </a:lvl4pPr>
            <a:lvl5pPr marL="511033" indent="0">
              <a:buNone/>
              <a:defRPr/>
            </a:lvl5pPr>
          </a:lstStyle>
          <a:p>
            <a:pPr lvl="0"/>
            <a:r>
              <a:rPr lang="en-GB" dirty="0"/>
              <a:t>Subtitle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3EB9F6D8-47DF-1F5B-55DF-071309C37FD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781186" y="2272453"/>
            <a:ext cx="2224388" cy="968590"/>
          </a:xfrm>
          <a:prstGeom prst="rect">
            <a:avLst/>
          </a:prstGeom>
        </p:spPr>
        <p:txBody>
          <a:bodyPr lIns="45720" tIns="45720" rIns="45720" bIns="45720" anchor="b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40" b="0" i="0">
                <a:solidFill>
                  <a:schemeClr val="bg1"/>
                </a:solidFill>
                <a:latin typeface="+mj-lt"/>
                <a:cs typeface="CiscoSansTT ExtraLight" panose="020B0303020201020303" pitchFamily="34" charset="0"/>
              </a:defRPr>
            </a:lvl1pPr>
          </a:lstStyle>
          <a:p>
            <a:r>
              <a:rPr lang="en-GB" dirty="0"/>
              <a:t>Heading</a:t>
            </a:r>
          </a:p>
        </p:txBody>
      </p:sp>
      <p:sp>
        <p:nvSpPr>
          <p:cNvPr id="31" name="Text Placeholder 6">
            <a:extLst>
              <a:ext uri="{FF2B5EF4-FFF2-40B4-BE49-F238E27FC236}">
                <a16:creationId xmlns:a16="http://schemas.microsoft.com/office/drawing/2014/main" id="{1B9F0F59-8C07-4391-070A-F127239E51B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159393" y="2272453"/>
            <a:ext cx="2224723" cy="968590"/>
          </a:xfrm>
          <a:prstGeom prst="rect">
            <a:avLst/>
          </a:prstGeom>
        </p:spPr>
        <p:txBody>
          <a:bodyPr lIns="45720" tIns="45720" rIns="45720" bIns="45720" anchor="b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40" b="0" i="0">
                <a:solidFill>
                  <a:schemeClr val="bg1"/>
                </a:solidFill>
                <a:latin typeface="+mj-lt"/>
                <a:cs typeface="CiscoSansTT ExtraLight" panose="020B0303020201020303" pitchFamily="34" charset="0"/>
              </a:defRPr>
            </a:lvl1pPr>
          </a:lstStyle>
          <a:p>
            <a:r>
              <a:rPr lang="en-GB" dirty="0"/>
              <a:t>Heading</a:t>
            </a:r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90CFD439-E346-0E67-C9C2-132C9C4EAD4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96504" y="4300619"/>
            <a:ext cx="2224387" cy="2682240"/>
          </a:xfrm>
          <a:prstGeom prst="rect">
            <a:avLst/>
          </a:prstGeom>
        </p:spPr>
        <p:txBody>
          <a:bodyPr lIns="45720" tIns="45720" rIns="45720" bIns="45720">
            <a:noAutofit/>
          </a:bodyPr>
          <a:lstStyle>
            <a:lvl1pPr marL="0" marR="0" indent="0" algn="l" defTabSz="581576" rtl="0" eaLnBrk="1" fontAlgn="base" latinLnBrk="0" hangingPunct="1">
              <a:lnSpc>
                <a:spcPct val="95000"/>
              </a:lnSpc>
              <a:spcBef>
                <a:spcPts val="0"/>
              </a:spcBef>
              <a:spcAft>
                <a:spcPts val="383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None/>
              <a:tabLst/>
              <a:defRPr sz="893" b="0" i="0" baseline="0">
                <a:solidFill>
                  <a:schemeClr val="tx1"/>
                </a:solidFill>
                <a:latin typeface="+mn-lt"/>
                <a:cs typeface="CiscoSansTT Light" panose="020B0503020201020303" pitchFamily="34" charset="0"/>
              </a:defRPr>
            </a:lvl1pPr>
            <a:lvl2pPr marL="259062" indent="0">
              <a:buNone/>
              <a:defRPr/>
            </a:lvl2pPr>
            <a:lvl3pPr marL="363288" indent="0">
              <a:buNone/>
              <a:defRPr/>
            </a:lvl3pPr>
            <a:lvl4pPr marL="439187" indent="0">
              <a:buNone/>
              <a:defRPr/>
            </a:lvl4pPr>
            <a:lvl5pPr marL="511033" indent="0">
              <a:buNone/>
              <a:defRPr/>
            </a:lvl5pPr>
          </a:lstStyle>
          <a:p>
            <a:pPr lvl="0"/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do </a:t>
            </a:r>
            <a:r>
              <a:rPr lang="en-GB" dirty="0" err="1"/>
              <a:t>eiusmod</a:t>
            </a:r>
            <a:r>
              <a:rPr lang="en-GB" dirty="0"/>
              <a:t> </a:t>
            </a:r>
            <a:r>
              <a:rPr lang="en-GB" dirty="0" err="1"/>
              <a:t>tempor</a:t>
            </a:r>
            <a:r>
              <a:rPr lang="en-GB" dirty="0"/>
              <a:t> </a:t>
            </a:r>
            <a:r>
              <a:rPr lang="en-GB" dirty="0" err="1"/>
              <a:t>incididunt</a:t>
            </a:r>
            <a:r>
              <a:rPr lang="en-GB" dirty="0"/>
              <a:t> </a:t>
            </a:r>
            <a:r>
              <a:rPr lang="en-GB" dirty="0" err="1"/>
              <a:t>ut</a:t>
            </a:r>
            <a:r>
              <a:rPr lang="en-GB" dirty="0"/>
              <a:t> labore et dolore. </a:t>
            </a:r>
          </a:p>
          <a:p>
            <a:pPr lvl="0"/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do </a:t>
            </a:r>
            <a:r>
              <a:rPr lang="en-GB" dirty="0" err="1"/>
              <a:t>eiusmod</a:t>
            </a:r>
            <a:r>
              <a:rPr lang="en-GB" dirty="0"/>
              <a:t> </a:t>
            </a:r>
            <a:r>
              <a:rPr lang="en-GB" dirty="0" err="1"/>
              <a:t>tempor</a:t>
            </a:r>
            <a:r>
              <a:rPr lang="en-GB" dirty="0"/>
              <a:t> </a:t>
            </a:r>
            <a:r>
              <a:rPr lang="en-GB" dirty="0" err="1"/>
              <a:t>incididunt</a:t>
            </a:r>
            <a:r>
              <a:rPr lang="en-GB" dirty="0"/>
              <a:t> et dolore.</a:t>
            </a:r>
          </a:p>
          <a:p>
            <a:pPr lvl="0"/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4CB3C8-42AF-C48C-331D-14C6776D22E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159393" y="4300619"/>
            <a:ext cx="2224387" cy="2682240"/>
          </a:xfrm>
          <a:prstGeom prst="rect">
            <a:avLst/>
          </a:prstGeom>
        </p:spPr>
        <p:txBody>
          <a:bodyPr lIns="45720" tIns="45720" rIns="45720" bIns="45720">
            <a:noAutofit/>
          </a:bodyPr>
          <a:lstStyle>
            <a:lvl1pPr marL="0" marR="0" indent="0" algn="l" defTabSz="581576" rtl="0" eaLnBrk="1" fontAlgn="base" latinLnBrk="0" hangingPunct="1">
              <a:lnSpc>
                <a:spcPct val="95000"/>
              </a:lnSpc>
              <a:spcBef>
                <a:spcPts val="0"/>
              </a:spcBef>
              <a:spcAft>
                <a:spcPts val="383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None/>
              <a:tabLst/>
              <a:defRPr sz="893" b="0" i="0" baseline="0">
                <a:solidFill>
                  <a:schemeClr val="tx1"/>
                </a:solidFill>
                <a:latin typeface="+mn-lt"/>
                <a:cs typeface="CiscoSansTT Light" panose="020B0503020201020303" pitchFamily="34" charset="0"/>
              </a:defRPr>
            </a:lvl1pPr>
            <a:lvl2pPr marL="259062" indent="0">
              <a:buNone/>
              <a:defRPr/>
            </a:lvl2pPr>
            <a:lvl3pPr marL="363288" indent="0">
              <a:buNone/>
              <a:defRPr/>
            </a:lvl3pPr>
            <a:lvl4pPr marL="439187" indent="0">
              <a:buNone/>
              <a:defRPr/>
            </a:lvl4pPr>
            <a:lvl5pPr marL="511033" indent="0">
              <a:buNone/>
              <a:defRPr/>
            </a:lvl5pPr>
          </a:lstStyle>
          <a:p>
            <a:pPr lvl="0"/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do </a:t>
            </a:r>
            <a:r>
              <a:rPr lang="en-GB" dirty="0" err="1"/>
              <a:t>eiusmod</a:t>
            </a:r>
            <a:r>
              <a:rPr lang="en-GB" dirty="0"/>
              <a:t> </a:t>
            </a:r>
            <a:r>
              <a:rPr lang="en-GB" dirty="0" err="1"/>
              <a:t>tempor</a:t>
            </a:r>
            <a:r>
              <a:rPr lang="en-GB" dirty="0"/>
              <a:t> </a:t>
            </a:r>
            <a:r>
              <a:rPr lang="en-GB" dirty="0" err="1"/>
              <a:t>incididunt</a:t>
            </a:r>
            <a:r>
              <a:rPr lang="en-GB" dirty="0"/>
              <a:t> </a:t>
            </a:r>
            <a:r>
              <a:rPr lang="en-GB" dirty="0" err="1"/>
              <a:t>ut</a:t>
            </a:r>
            <a:r>
              <a:rPr lang="en-GB" dirty="0"/>
              <a:t> labore et dolore. </a:t>
            </a:r>
          </a:p>
          <a:p>
            <a:pPr lvl="0"/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do </a:t>
            </a:r>
            <a:r>
              <a:rPr lang="en-GB" dirty="0" err="1"/>
              <a:t>eiusmod</a:t>
            </a:r>
            <a:r>
              <a:rPr lang="en-GB" dirty="0"/>
              <a:t> </a:t>
            </a:r>
            <a:r>
              <a:rPr lang="en-GB" dirty="0" err="1"/>
              <a:t>tempor</a:t>
            </a:r>
            <a:r>
              <a:rPr lang="en-GB" dirty="0"/>
              <a:t> </a:t>
            </a:r>
            <a:r>
              <a:rPr lang="en-GB" dirty="0" err="1"/>
              <a:t>incididunt</a:t>
            </a:r>
            <a:r>
              <a:rPr lang="en-GB" dirty="0"/>
              <a:t> et dolore.</a:t>
            </a:r>
          </a:p>
          <a:p>
            <a:pPr lvl="0"/>
            <a:endParaRPr lang="en-GB" dirty="0"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995EC4FE-BFD0-FE57-EEA5-41CE4454142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781186" y="4300619"/>
            <a:ext cx="2224387" cy="2682240"/>
          </a:xfrm>
          <a:prstGeom prst="rect">
            <a:avLst/>
          </a:prstGeom>
        </p:spPr>
        <p:txBody>
          <a:bodyPr lIns="45720" tIns="45720" rIns="45720" bIns="45720">
            <a:noAutofit/>
          </a:bodyPr>
          <a:lstStyle>
            <a:lvl1pPr marL="0" marR="0" indent="0" algn="l" defTabSz="581576" rtl="0" eaLnBrk="1" fontAlgn="base" latinLnBrk="0" hangingPunct="1">
              <a:lnSpc>
                <a:spcPct val="95000"/>
              </a:lnSpc>
              <a:spcBef>
                <a:spcPts val="0"/>
              </a:spcBef>
              <a:spcAft>
                <a:spcPts val="383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None/>
              <a:tabLst/>
              <a:defRPr sz="893" b="0" i="0" baseline="0">
                <a:solidFill>
                  <a:schemeClr val="tx1"/>
                </a:solidFill>
                <a:latin typeface="+mn-lt"/>
                <a:cs typeface="CiscoSansTT Light" panose="020B0503020201020303" pitchFamily="34" charset="0"/>
              </a:defRPr>
            </a:lvl1pPr>
            <a:lvl2pPr marL="259062" indent="0">
              <a:buNone/>
              <a:defRPr/>
            </a:lvl2pPr>
            <a:lvl3pPr marL="363288" indent="0">
              <a:buNone/>
              <a:defRPr/>
            </a:lvl3pPr>
            <a:lvl4pPr marL="439187" indent="0">
              <a:buNone/>
              <a:defRPr/>
            </a:lvl4pPr>
            <a:lvl5pPr marL="511033" indent="0">
              <a:buNone/>
              <a:defRPr/>
            </a:lvl5pPr>
          </a:lstStyle>
          <a:p>
            <a:pPr lvl="0"/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do </a:t>
            </a:r>
            <a:r>
              <a:rPr lang="en-GB" dirty="0" err="1"/>
              <a:t>eiusmod</a:t>
            </a:r>
            <a:r>
              <a:rPr lang="en-GB" dirty="0"/>
              <a:t> </a:t>
            </a:r>
            <a:r>
              <a:rPr lang="en-GB" dirty="0" err="1"/>
              <a:t>tempor</a:t>
            </a:r>
            <a:r>
              <a:rPr lang="en-GB" dirty="0"/>
              <a:t> </a:t>
            </a:r>
            <a:r>
              <a:rPr lang="en-GB" dirty="0" err="1"/>
              <a:t>incididunt</a:t>
            </a:r>
            <a:r>
              <a:rPr lang="en-GB" dirty="0"/>
              <a:t> </a:t>
            </a:r>
            <a:r>
              <a:rPr lang="en-GB" dirty="0" err="1"/>
              <a:t>ut</a:t>
            </a:r>
            <a:r>
              <a:rPr lang="en-GB" dirty="0"/>
              <a:t> labore et dolore. </a:t>
            </a:r>
          </a:p>
          <a:p>
            <a:pPr lvl="0"/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do </a:t>
            </a:r>
            <a:r>
              <a:rPr lang="en-GB" dirty="0" err="1"/>
              <a:t>eiusmod</a:t>
            </a:r>
            <a:r>
              <a:rPr lang="en-GB" dirty="0"/>
              <a:t> </a:t>
            </a:r>
            <a:r>
              <a:rPr lang="en-GB" dirty="0" err="1"/>
              <a:t>tempor</a:t>
            </a:r>
            <a:r>
              <a:rPr lang="en-GB" dirty="0"/>
              <a:t> </a:t>
            </a:r>
            <a:r>
              <a:rPr lang="en-GB" dirty="0" err="1"/>
              <a:t>incididunt</a:t>
            </a:r>
            <a:r>
              <a:rPr lang="en-GB" dirty="0"/>
              <a:t> et dolore.</a:t>
            </a:r>
          </a:p>
          <a:p>
            <a:pPr lvl="0"/>
            <a:endParaRPr lang="en-GB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75EF17F4-A551-A381-6DF1-CED9B14FF85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96503" y="2272454"/>
            <a:ext cx="2226793" cy="968588"/>
          </a:xfrm>
          <a:prstGeom prst="rect">
            <a:avLst/>
          </a:prstGeom>
        </p:spPr>
        <p:txBody>
          <a:bodyPr lIns="45720" tIns="45720" rIns="45720" bIns="4572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040" b="0" i="0" spc="0" baseline="0">
                <a:solidFill>
                  <a:schemeClr val="bg1"/>
                </a:solidFill>
                <a:latin typeface="+mj-lt"/>
                <a:cs typeface="CiscoSansTT ExtraLight" panose="020B0303020201020303" pitchFamily="34" charset="0"/>
              </a:defRPr>
            </a:lvl1pPr>
          </a:lstStyle>
          <a:p>
            <a:r>
              <a:rPr lang="en-GB" dirty="0"/>
              <a:t>Heading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22547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 w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icture Placeholder 2">
            <a:extLst>
              <a:ext uri="{FF2B5EF4-FFF2-40B4-BE49-F238E27FC236}">
                <a16:creationId xmlns:a16="http://schemas.microsoft.com/office/drawing/2014/main" id="{E02DD01B-53E6-C542-A933-2D42DD0D2C62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402981" y="1836372"/>
            <a:ext cx="653292" cy="1404669"/>
          </a:xfrm>
          <a:prstGeom prst="rect">
            <a:avLst/>
          </a:prstGeom>
          <a:noFill/>
        </p:spPr>
        <p:txBody>
          <a:bodyPr vert="horz" lIns="91420" tIns="45710" rIns="91420" bIns="45710" anchor="ctr"/>
          <a:lstStyle>
            <a:lvl1pPr marL="0" indent="0" algn="ctr">
              <a:buNone/>
              <a:defRPr sz="765" b="0" i="0" baseline="0">
                <a:solidFill>
                  <a:schemeClr val="tx1"/>
                </a:solidFill>
                <a:latin typeface="+mn-lt"/>
                <a:cs typeface="CiscoSans ExtraLight"/>
              </a:defRPr>
            </a:lvl1pPr>
          </a:lstStyle>
          <a:p>
            <a:pPr lvl="0"/>
            <a:r>
              <a:rPr lang="en-US" noProof="0" dirty="0"/>
              <a:t>Click to add marketing icon</a:t>
            </a:r>
          </a:p>
        </p:txBody>
      </p:sp>
      <p:sp>
        <p:nvSpPr>
          <p:cNvPr id="26" name="Text Placeholder 6">
            <a:extLst>
              <a:ext uri="{FF2B5EF4-FFF2-40B4-BE49-F238E27FC236}">
                <a16:creationId xmlns:a16="http://schemas.microsoft.com/office/drawing/2014/main" id="{3148D23F-4FB0-0283-D700-8A06DCABC28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074021" y="4052694"/>
            <a:ext cx="3301365" cy="965606"/>
          </a:xfrm>
          <a:prstGeom prst="rect">
            <a:avLst/>
          </a:prstGeom>
        </p:spPr>
        <p:txBody>
          <a:bodyPr lIns="45720" tIns="45720" rIns="45720" bIns="45720" anchor="b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40" b="0" i="0">
                <a:solidFill>
                  <a:schemeClr val="bg1"/>
                </a:solidFill>
                <a:latin typeface="+mj-lt"/>
                <a:cs typeface="CiscoSansTT ExtraLight" panose="020B0303020201020303" pitchFamily="34" charset="0"/>
              </a:defRPr>
            </a:lvl1pPr>
          </a:lstStyle>
          <a:p>
            <a:r>
              <a:rPr lang="en-GB" dirty="0"/>
              <a:t>Heading</a:t>
            </a:r>
          </a:p>
        </p:txBody>
      </p:sp>
      <p:sp>
        <p:nvSpPr>
          <p:cNvPr id="27" name="Picture Placeholder 2">
            <a:extLst>
              <a:ext uri="{FF2B5EF4-FFF2-40B4-BE49-F238E27FC236}">
                <a16:creationId xmlns:a16="http://schemas.microsoft.com/office/drawing/2014/main" id="{C5C6BDEC-E33F-4C34-5403-6A238AB80D5E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4079986" y="1836372"/>
            <a:ext cx="653292" cy="1404669"/>
          </a:xfrm>
          <a:prstGeom prst="rect">
            <a:avLst/>
          </a:prstGeom>
          <a:noFill/>
        </p:spPr>
        <p:txBody>
          <a:bodyPr vert="horz" lIns="91420" tIns="45710" rIns="91420" bIns="45710" anchor="ctr"/>
          <a:lstStyle>
            <a:lvl1pPr marL="0" indent="0" algn="ctr">
              <a:buNone/>
              <a:defRPr sz="765" b="0" i="0" baseline="0">
                <a:solidFill>
                  <a:schemeClr val="tx1"/>
                </a:solidFill>
                <a:latin typeface="+mn-lt"/>
                <a:cs typeface="CiscoSans ExtraLight"/>
              </a:defRPr>
            </a:lvl1pPr>
          </a:lstStyle>
          <a:p>
            <a:pPr lvl="0"/>
            <a:r>
              <a:rPr lang="en-US" noProof="0" dirty="0"/>
              <a:t>Click to add marketing icon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ADFE46B3-A8B5-C645-B495-DA6D53180536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96371" y="4052694"/>
            <a:ext cx="3301365" cy="965606"/>
          </a:xfrm>
          <a:prstGeom prst="rect">
            <a:avLst/>
          </a:prstGeom>
        </p:spPr>
        <p:txBody>
          <a:bodyPr lIns="45720" tIns="45720" rIns="45720" bIns="45720" anchor="b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40" b="0" i="0">
                <a:solidFill>
                  <a:schemeClr val="bg1"/>
                </a:solidFill>
                <a:latin typeface="+mj-lt"/>
                <a:cs typeface="CiscoSansTT ExtraLight" panose="020B0303020201020303" pitchFamily="34" charset="0"/>
              </a:defRPr>
            </a:lvl1pPr>
          </a:lstStyle>
          <a:p>
            <a:r>
              <a:rPr lang="en-GB" dirty="0"/>
              <a:t>Heading</a:t>
            </a:r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AF99BB75-045A-328E-9E50-C137137C810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97595" y="5380187"/>
            <a:ext cx="3293555" cy="2145792"/>
          </a:xfrm>
          <a:prstGeom prst="rect">
            <a:avLst/>
          </a:prstGeom>
        </p:spPr>
        <p:txBody>
          <a:bodyPr lIns="45720" tIns="45720" rIns="45720" bIns="45720">
            <a:noAutofit/>
          </a:bodyPr>
          <a:lstStyle>
            <a:lvl1pPr marL="0" marR="0" indent="0" algn="l" defTabSz="581576" rtl="0" eaLnBrk="1" fontAlgn="base" latinLnBrk="0" hangingPunct="1">
              <a:lnSpc>
                <a:spcPct val="95000"/>
              </a:lnSpc>
              <a:spcBef>
                <a:spcPts val="0"/>
              </a:spcBef>
              <a:spcAft>
                <a:spcPts val="383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None/>
              <a:tabLst/>
              <a:defRPr sz="893" b="0" i="0" baseline="0">
                <a:solidFill>
                  <a:schemeClr val="tx1"/>
                </a:solidFill>
                <a:latin typeface="+mn-lt"/>
                <a:cs typeface="CiscoSansTT Light" panose="020B0503020201020303" pitchFamily="34" charset="0"/>
              </a:defRPr>
            </a:lvl1pPr>
            <a:lvl2pPr marL="259062" indent="0">
              <a:buNone/>
              <a:defRPr/>
            </a:lvl2pPr>
            <a:lvl3pPr marL="363288" indent="0">
              <a:buNone/>
              <a:defRPr/>
            </a:lvl3pPr>
            <a:lvl4pPr marL="439187" indent="0">
              <a:buNone/>
              <a:defRPr/>
            </a:lvl4pPr>
            <a:lvl5pPr marL="511033" indent="0">
              <a:buNone/>
              <a:defRPr/>
            </a:lvl5pPr>
          </a:lstStyle>
          <a:p>
            <a:pPr lvl="0"/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do </a:t>
            </a:r>
            <a:r>
              <a:rPr lang="en-GB" dirty="0" err="1"/>
              <a:t>eiusmod</a:t>
            </a:r>
            <a:r>
              <a:rPr lang="en-GB" dirty="0"/>
              <a:t> </a:t>
            </a:r>
            <a:r>
              <a:rPr lang="en-GB" dirty="0" err="1"/>
              <a:t>tempor</a:t>
            </a:r>
            <a:r>
              <a:rPr lang="en-GB" dirty="0"/>
              <a:t> </a:t>
            </a:r>
            <a:r>
              <a:rPr lang="en-GB" dirty="0" err="1"/>
              <a:t>incididunt</a:t>
            </a:r>
            <a:r>
              <a:rPr lang="en-GB" dirty="0"/>
              <a:t> </a:t>
            </a:r>
            <a:r>
              <a:rPr lang="en-GB" dirty="0" err="1"/>
              <a:t>ut</a:t>
            </a:r>
            <a:r>
              <a:rPr lang="en-GB" dirty="0"/>
              <a:t> labore et dolore. </a:t>
            </a:r>
          </a:p>
          <a:p>
            <a:pPr lvl="0"/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do </a:t>
            </a:r>
            <a:r>
              <a:rPr lang="en-GB" dirty="0" err="1"/>
              <a:t>eiusmod</a:t>
            </a:r>
            <a:r>
              <a:rPr lang="en-GB" dirty="0"/>
              <a:t> </a:t>
            </a:r>
            <a:r>
              <a:rPr lang="en-GB" dirty="0" err="1"/>
              <a:t>tempor</a:t>
            </a:r>
            <a:r>
              <a:rPr lang="en-GB" dirty="0"/>
              <a:t> </a:t>
            </a:r>
            <a:r>
              <a:rPr lang="en-GB" dirty="0" err="1"/>
              <a:t>incididunt</a:t>
            </a:r>
            <a:r>
              <a:rPr lang="en-GB" dirty="0"/>
              <a:t> </a:t>
            </a:r>
            <a:r>
              <a:rPr lang="en-GB" dirty="0" err="1"/>
              <a:t>ut</a:t>
            </a:r>
            <a:r>
              <a:rPr lang="en-GB" dirty="0"/>
              <a:t> labore.</a:t>
            </a:r>
          </a:p>
          <a:p>
            <a:pPr lvl="0"/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2EA339-5A4D-1610-0BDA-90202AD72237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79985" y="5380187"/>
            <a:ext cx="3293555" cy="2145792"/>
          </a:xfrm>
          <a:prstGeom prst="rect">
            <a:avLst/>
          </a:prstGeom>
        </p:spPr>
        <p:txBody>
          <a:bodyPr lIns="45720" tIns="45720" rIns="45720" bIns="45720">
            <a:noAutofit/>
          </a:bodyPr>
          <a:lstStyle>
            <a:lvl1pPr marL="0" marR="0" indent="0" algn="l" defTabSz="581576" rtl="0" eaLnBrk="1" fontAlgn="base" latinLnBrk="0" hangingPunct="1">
              <a:lnSpc>
                <a:spcPct val="95000"/>
              </a:lnSpc>
              <a:spcBef>
                <a:spcPts val="0"/>
              </a:spcBef>
              <a:spcAft>
                <a:spcPts val="383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None/>
              <a:tabLst/>
              <a:defRPr sz="893" b="0" i="0" baseline="0">
                <a:solidFill>
                  <a:schemeClr val="tx1"/>
                </a:solidFill>
                <a:latin typeface="+mn-lt"/>
                <a:cs typeface="CiscoSansTT Light" panose="020B0503020201020303" pitchFamily="34" charset="0"/>
              </a:defRPr>
            </a:lvl1pPr>
            <a:lvl2pPr marL="259062" indent="0">
              <a:buNone/>
              <a:defRPr/>
            </a:lvl2pPr>
            <a:lvl3pPr marL="363288" indent="0">
              <a:buNone/>
              <a:defRPr/>
            </a:lvl3pPr>
            <a:lvl4pPr marL="439187" indent="0">
              <a:buNone/>
              <a:defRPr/>
            </a:lvl4pPr>
            <a:lvl5pPr marL="511033" indent="0">
              <a:buNone/>
              <a:defRPr/>
            </a:lvl5pPr>
          </a:lstStyle>
          <a:p>
            <a:pPr lvl="0"/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do </a:t>
            </a:r>
            <a:r>
              <a:rPr lang="en-GB" dirty="0" err="1"/>
              <a:t>eiusmod</a:t>
            </a:r>
            <a:r>
              <a:rPr lang="en-GB" dirty="0"/>
              <a:t> </a:t>
            </a:r>
            <a:r>
              <a:rPr lang="en-GB" dirty="0" err="1"/>
              <a:t>tempor</a:t>
            </a:r>
            <a:r>
              <a:rPr lang="en-GB" dirty="0"/>
              <a:t> </a:t>
            </a:r>
            <a:r>
              <a:rPr lang="en-GB" dirty="0" err="1"/>
              <a:t>incididunt</a:t>
            </a:r>
            <a:r>
              <a:rPr lang="en-GB" dirty="0"/>
              <a:t> </a:t>
            </a:r>
            <a:r>
              <a:rPr lang="en-GB" dirty="0" err="1"/>
              <a:t>ut</a:t>
            </a:r>
            <a:r>
              <a:rPr lang="en-GB" dirty="0"/>
              <a:t> labore et dolore. </a:t>
            </a:r>
          </a:p>
          <a:p>
            <a:pPr lvl="0"/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do </a:t>
            </a:r>
            <a:r>
              <a:rPr lang="en-GB" dirty="0" err="1"/>
              <a:t>eiusmod</a:t>
            </a:r>
            <a:r>
              <a:rPr lang="en-GB" dirty="0"/>
              <a:t> </a:t>
            </a:r>
            <a:r>
              <a:rPr lang="en-GB" dirty="0" err="1"/>
              <a:t>tempor</a:t>
            </a:r>
            <a:r>
              <a:rPr lang="en-GB" dirty="0"/>
              <a:t> </a:t>
            </a:r>
            <a:r>
              <a:rPr lang="en-GB" dirty="0" err="1"/>
              <a:t>incididunt</a:t>
            </a:r>
            <a:r>
              <a:rPr lang="en-GB" dirty="0"/>
              <a:t> </a:t>
            </a:r>
            <a:r>
              <a:rPr lang="en-GB" dirty="0" err="1"/>
              <a:t>ut</a:t>
            </a:r>
            <a:r>
              <a:rPr lang="en-GB" dirty="0"/>
              <a:t> labore.</a:t>
            </a:r>
          </a:p>
          <a:p>
            <a:pPr lvl="0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322603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Column w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6">
            <a:extLst>
              <a:ext uri="{FF2B5EF4-FFF2-40B4-BE49-F238E27FC236}">
                <a16:creationId xmlns:a16="http://schemas.microsoft.com/office/drawing/2014/main" id="{96CA1346-1D62-4F41-BA11-B3EEBA6B5192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766895" y="4052693"/>
            <a:ext cx="2238612" cy="976510"/>
          </a:xfrm>
          <a:prstGeom prst="rect">
            <a:avLst/>
          </a:prstGeom>
        </p:spPr>
        <p:txBody>
          <a:bodyPr lIns="45720" tIns="45720" rIns="45720" bIns="45720" anchor="b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40" b="0" i="0">
                <a:solidFill>
                  <a:schemeClr val="bg1"/>
                </a:solidFill>
                <a:latin typeface="+mj-lt"/>
                <a:cs typeface="CiscoSansTT ExtraLight" panose="020B0303020201020303" pitchFamily="34" charset="0"/>
              </a:defRPr>
            </a:lvl1pPr>
          </a:lstStyle>
          <a:p>
            <a:r>
              <a:rPr lang="en-GB" dirty="0"/>
              <a:t>Heading</a:t>
            </a:r>
          </a:p>
        </p:txBody>
      </p:sp>
      <p:sp>
        <p:nvSpPr>
          <p:cNvPr id="18" name="Text Placeholder 6">
            <a:extLst>
              <a:ext uri="{FF2B5EF4-FFF2-40B4-BE49-F238E27FC236}">
                <a16:creationId xmlns:a16="http://schemas.microsoft.com/office/drawing/2014/main" id="{53E5B521-5917-164E-BF18-105160A01CA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148991" y="4052693"/>
            <a:ext cx="2238612" cy="976510"/>
          </a:xfrm>
          <a:prstGeom prst="rect">
            <a:avLst/>
          </a:prstGeom>
        </p:spPr>
        <p:txBody>
          <a:bodyPr lIns="45720" tIns="45720" rIns="45720" bIns="45720" anchor="b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40" b="0" i="0">
                <a:solidFill>
                  <a:schemeClr val="bg1"/>
                </a:solidFill>
                <a:latin typeface="+mj-lt"/>
                <a:cs typeface="CiscoSansTT ExtraLight" panose="020B0303020201020303" pitchFamily="34" charset="0"/>
              </a:defRPr>
            </a:lvl1pPr>
          </a:lstStyle>
          <a:p>
            <a:r>
              <a:rPr lang="en-GB" dirty="0"/>
              <a:t>Heading</a:t>
            </a:r>
          </a:p>
        </p:txBody>
      </p:sp>
      <p:sp>
        <p:nvSpPr>
          <p:cNvPr id="20" name="Picture Placeholder 2">
            <a:extLst>
              <a:ext uri="{FF2B5EF4-FFF2-40B4-BE49-F238E27FC236}">
                <a16:creationId xmlns:a16="http://schemas.microsoft.com/office/drawing/2014/main" id="{8143D29F-44CB-0E44-8852-5377E5E8F518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2779114" y="1836372"/>
            <a:ext cx="653292" cy="1404669"/>
          </a:xfrm>
          <a:prstGeom prst="rect">
            <a:avLst/>
          </a:prstGeom>
          <a:noFill/>
        </p:spPr>
        <p:txBody>
          <a:bodyPr vert="horz" lIns="91420" tIns="45710" rIns="91420" bIns="45710" anchor="ctr"/>
          <a:lstStyle>
            <a:lvl1pPr marL="0" indent="0" algn="ctr">
              <a:buNone/>
              <a:defRPr sz="765" b="0" i="0" baseline="0">
                <a:solidFill>
                  <a:schemeClr val="tx1"/>
                </a:solidFill>
                <a:latin typeface="+mn-lt"/>
                <a:cs typeface="CiscoSans ExtraLight"/>
              </a:defRPr>
            </a:lvl1pPr>
          </a:lstStyle>
          <a:p>
            <a:pPr lvl="0"/>
            <a:r>
              <a:rPr lang="en-US" noProof="0" dirty="0"/>
              <a:t>Click to add marketing icon</a:t>
            </a:r>
          </a:p>
        </p:txBody>
      </p:sp>
      <p:sp>
        <p:nvSpPr>
          <p:cNvPr id="21" name="Picture Placeholder 2">
            <a:extLst>
              <a:ext uri="{FF2B5EF4-FFF2-40B4-BE49-F238E27FC236}">
                <a16:creationId xmlns:a16="http://schemas.microsoft.com/office/drawing/2014/main" id="{E02DD01B-53E6-C542-A933-2D42DD0D2C62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402981" y="1836372"/>
            <a:ext cx="653292" cy="1404669"/>
          </a:xfrm>
          <a:prstGeom prst="rect">
            <a:avLst/>
          </a:prstGeom>
          <a:noFill/>
        </p:spPr>
        <p:txBody>
          <a:bodyPr vert="horz" lIns="91420" tIns="45710" rIns="91420" bIns="45710" anchor="ctr"/>
          <a:lstStyle>
            <a:lvl1pPr marL="0" indent="0" algn="ctr">
              <a:buNone/>
              <a:defRPr sz="765" b="0" i="0" baseline="0">
                <a:solidFill>
                  <a:schemeClr val="tx1"/>
                </a:solidFill>
                <a:latin typeface="+mn-lt"/>
                <a:cs typeface="CiscoSans ExtraLight"/>
              </a:defRPr>
            </a:lvl1pPr>
          </a:lstStyle>
          <a:p>
            <a:pPr lvl="0"/>
            <a:r>
              <a:rPr lang="en-US" noProof="0" dirty="0"/>
              <a:t>Click to add marketing icon</a:t>
            </a:r>
          </a:p>
        </p:txBody>
      </p:sp>
      <p:sp>
        <p:nvSpPr>
          <p:cNvPr id="22" name="Picture Placeholder 2">
            <a:extLst>
              <a:ext uri="{FF2B5EF4-FFF2-40B4-BE49-F238E27FC236}">
                <a16:creationId xmlns:a16="http://schemas.microsoft.com/office/drawing/2014/main" id="{EE6224FA-C881-7942-88CA-85C557540C4C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5155246" y="1836372"/>
            <a:ext cx="653292" cy="1404669"/>
          </a:xfrm>
          <a:prstGeom prst="rect">
            <a:avLst/>
          </a:prstGeom>
          <a:noFill/>
        </p:spPr>
        <p:txBody>
          <a:bodyPr vert="horz" lIns="91420" tIns="45710" rIns="91420" bIns="45710" anchor="ctr"/>
          <a:lstStyle>
            <a:lvl1pPr marL="0" indent="0" algn="ctr">
              <a:buNone/>
              <a:defRPr sz="765" b="0" i="0" baseline="0">
                <a:solidFill>
                  <a:schemeClr val="tx1"/>
                </a:solidFill>
                <a:latin typeface="+mn-lt"/>
                <a:cs typeface="CiscoSans ExtraLight"/>
              </a:defRPr>
            </a:lvl1pPr>
          </a:lstStyle>
          <a:p>
            <a:pPr lvl="0"/>
            <a:r>
              <a:rPr lang="en-US" noProof="0" dirty="0"/>
              <a:t>Click to add marketing icon</a:t>
            </a:r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66A53209-57D8-0C80-F7FB-B1A028923F8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02980" y="5391090"/>
            <a:ext cx="2224387" cy="2414016"/>
          </a:xfrm>
          <a:prstGeom prst="rect">
            <a:avLst/>
          </a:prstGeom>
        </p:spPr>
        <p:txBody>
          <a:bodyPr lIns="45720" tIns="45720" rIns="45720" bIns="45720">
            <a:noAutofit/>
          </a:bodyPr>
          <a:lstStyle>
            <a:lvl1pPr marL="0" marR="0" indent="0" algn="l" defTabSz="581576" rtl="0" eaLnBrk="1" fontAlgn="base" latinLnBrk="0" hangingPunct="1">
              <a:lnSpc>
                <a:spcPct val="95000"/>
              </a:lnSpc>
              <a:spcBef>
                <a:spcPts val="0"/>
              </a:spcBef>
              <a:spcAft>
                <a:spcPts val="383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None/>
              <a:tabLst/>
              <a:defRPr sz="893" b="0" i="0" baseline="0">
                <a:solidFill>
                  <a:schemeClr val="tx1"/>
                </a:solidFill>
                <a:latin typeface="+mn-lt"/>
                <a:cs typeface="CiscoSansTT Light" panose="020B0503020201020303" pitchFamily="34" charset="0"/>
              </a:defRPr>
            </a:lvl1pPr>
            <a:lvl2pPr marL="259062" indent="0">
              <a:buNone/>
              <a:defRPr/>
            </a:lvl2pPr>
            <a:lvl3pPr marL="363288" indent="0">
              <a:buNone/>
              <a:defRPr/>
            </a:lvl3pPr>
            <a:lvl4pPr marL="439187" indent="0">
              <a:buNone/>
              <a:defRPr/>
            </a:lvl4pPr>
            <a:lvl5pPr marL="511033" indent="0">
              <a:buNone/>
              <a:defRPr/>
            </a:lvl5pPr>
          </a:lstStyle>
          <a:p>
            <a:pPr lvl="0"/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do </a:t>
            </a:r>
            <a:r>
              <a:rPr lang="en-GB" dirty="0" err="1"/>
              <a:t>eiusmod</a:t>
            </a:r>
            <a:r>
              <a:rPr lang="en-GB" dirty="0"/>
              <a:t> </a:t>
            </a:r>
            <a:r>
              <a:rPr lang="en-GB" dirty="0" err="1"/>
              <a:t>tempor</a:t>
            </a:r>
            <a:r>
              <a:rPr lang="en-GB" dirty="0"/>
              <a:t> </a:t>
            </a:r>
            <a:r>
              <a:rPr lang="en-GB" dirty="0" err="1"/>
              <a:t>incididunt</a:t>
            </a:r>
            <a:r>
              <a:rPr lang="en-GB" dirty="0"/>
              <a:t> </a:t>
            </a:r>
            <a:r>
              <a:rPr lang="en-GB" dirty="0" err="1"/>
              <a:t>ut</a:t>
            </a:r>
            <a:r>
              <a:rPr lang="en-GB" dirty="0"/>
              <a:t> labore et dolore. </a:t>
            </a:r>
          </a:p>
          <a:p>
            <a:pPr lvl="0"/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do </a:t>
            </a:r>
            <a:r>
              <a:rPr lang="en-GB" dirty="0" err="1"/>
              <a:t>eiusmod</a:t>
            </a:r>
            <a:r>
              <a:rPr lang="en-GB" dirty="0"/>
              <a:t> </a:t>
            </a:r>
            <a:r>
              <a:rPr lang="en-GB" dirty="0" err="1"/>
              <a:t>tempor</a:t>
            </a:r>
            <a:r>
              <a:rPr lang="en-GB" dirty="0"/>
              <a:t> </a:t>
            </a:r>
            <a:r>
              <a:rPr lang="en-GB" dirty="0" err="1"/>
              <a:t>incididunt</a:t>
            </a:r>
            <a:r>
              <a:rPr lang="en-GB" dirty="0"/>
              <a:t> et dolore.</a:t>
            </a:r>
          </a:p>
          <a:p>
            <a:pPr lvl="0"/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B629FA-854C-9FDB-35AE-257C4F46B331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2773287" y="5391090"/>
            <a:ext cx="2224387" cy="2414016"/>
          </a:xfrm>
          <a:prstGeom prst="rect">
            <a:avLst/>
          </a:prstGeom>
        </p:spPr>
        <p:txBody>
          <a:bodyPr lIns="45720" tIns="45720" rIns="45720" bIns="45720">
            <a:noAutofit/>
          </a:bodyPr>
          <a:lstStyle>
            <a:lvl1pPr marL="0" marR="0" indent="0" algn="l" defTabSz="581576" rtl="0" eaLnBrk="1" fontAlgn="base" latinLnBrk="0" hangingPunct="1">
              <a:lnSpc>
                <a:spcPct val="95000"/>
              </a:lnSpc>
              <a:spcBef>
                <a:spcPts val="0"/>
              </a:spcBef>
              <a:spcAft>
                <a:spcPts val="383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None/>
              <a:tabLst/>
              <a:defRPr sz="893" b="0" i="0" baseline="0">
                <a:solidFill>
                  <a:schemeClr val="tx1"/>
                </a:solidFill>
                <a:latin typeface="+mn-lt"/>
                <a:cs typeface="CiscoSansTT Light" panose="020B0503020201020303" pitchFamily="34" charset="0"/>
              </a:defRPr>
            </a:lvl1pPr>
            <a:lvl2pPr marL="259062" indent="0">
              <a:buNone/>
              <a:defRPr/>
            </a:lvl2pPr>
            <a:lvl3pPr marL="363288" indent="0">
              <a:buNone/>
              <a:defRPr/>
            </a:lvl3pPr>
            <a:lvl4pPr marL="439187" indent="0">
              <a:buNone/>
              <a:defRPr/>
            </a:lvl4pPr>
            <a:lvl5pPr marL="511033" indent="0">
              <a:buNone/>
              <a:defRPr/>
            </a:lvl5pPr>
          </a:lstStyle>
          <a:p>
            <a:pPr lvl="0"/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do </a:t>
            </a:r>
            <a:r>
              <a:rPr lang="en-GB" dirty="0" err="1"/>
              <a:t>eiusmod</a:t>
            </a:r>
            <a:r>
              <a:rPr lang="en-GB" dirty="0"/>
              <a:t> </a:t>
            </a:r>
            <a:r>
              <a:rPr lang="en-GB" dirty="0" err="1"/>
              <a:t>tempor</a:t>
            </a:r>
            <a:r>
              <a:rPr lang="en-GB" dirty="0"/>
              <a:t> </a:t>
            </a:r>
            <a:r>
              <a:rPr lang="en-GB" dirty="0" err="1"/>
              <a:t>incididunt</a:t>
            </a:r>
            <a:r>
              <a:rPr lang="en-GB" dirty="0"/>
              <a:t> </a:t>
            </a:r>
            <a:r>
              <a:rPr lang="en-GB" dirty="0" err="1"/>
              <a:t>ut</a:t>
            </a:r>
            <a:r>
              <a:rPr lang="en-GB" dirty="0"/>
              <a:t> labore et dolore. </a:t>
            </a:r>
          </a:p>
          <a:p>
            <a:pPr lvl="0"/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do </a:t>
            </a:r>
            <a:r>
              <a:rPr lang="en-GB" dirty="0" err="1"/>
              <a:t>eiusmod</a:t>
            </a:r>
            <a:r>
              <a:rPr lang="en-GB" dirty="0"/>
              <a:t> </a:t>
            </a:r>
            <a:r>
              <a:rPr lang="en-GB" dirty="0" err="1"/>
              <a:t>tempor</a:t>
            </a:r>
            <a:r>
              <a:rPr lang="en-GB" dirty="0"/>
              <a:t> </a:t>
            </a:r>
            <a:r>
              <a:rPr lang="en-GB" dirty="0" err="1"/>
              <a:t>incididunt</a:t>
            </a:r>
            <a:r>
              <a:rPr lang="en-GB" dirty="0"/>
              <a:t> et dolore.</a:t>
            </a:r>
          </a:p>
          <a:p>
            <a:pPr lvl="0"/>
            <a:endParaRPr lang="en-GB" dirty="0"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A86DDF84-07E1-9F30-2A61-508622F128A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165643" y="5391090"/>
            <a:ext cx="2224387" cy="2414016"/>
          </a:xfrm>
          <a:prstGeom prst="rect">
            <a:avLst/>
          </a:prstGeom>
        </p:spPr>
        <p:txBody>
          <a:bodyPr lIns="45720" tIns="45720" rIns="45720" bIns="45720">
            <a:noAutofit/>
          </a:bodyPr>
          <a:lstStyle>
            <a:lvl1pPr marL="0" marR="0" indent="0" algn="l" defTabSz="581576" rtl="0" eaLnBrk="1" fontAlgn="base" latinLnBrk="0" hangingPunct="1">
              <a:lnSpc>
                <a:spcPct val="95000"/>
              </a:lnSpc>
              <a:spcBef>
                <a:spcPts val="0"/>
              </a:spcBef>
              <a:spcAft>
                <a:spcPts val="383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None/>
              <a:tabLst/>
              <a:defRPr sz="893" b="0" i="0" baseline="0">
                <a:solidFill>
                  <a:schemeClr val="tx1"/>
                </a:solidFill>
                <a:latin typeface="+mn-lt"/>
                <a:cs typeface="CiscoSansTT Light" panose="020B0503020201020303" pitchFamily="34" charset="0"/>
              </a:defRPr>
            </a:lvl1pPr>
            <a:lvl2pPr marL="259062" indent="0">
              <a:buNone/>
              <a:defRPr/>
            </a:lvl2pPr>
            <a:lvl3pPr marL="363288" indent="0">
              <a:buNone/>
              <a:defRPr/>
            </a:lvl3pPr>
            <a:lvl4pPr marL="439187" indent="0">
              <a:buNone/>
              <a:defRPr/>
            </a:lvl4pPr>
            <a:lvl5pPr marL="511033" indent="0">
              <a:buNone/>
              <a:defRPr/>
            </a:lvl5pPr>
          </a:lstStyle>
          <a:p>
            <a:pPr lvl="0"/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do </a:t>
            </a:r>
            <a:r>
              <a:rPr lang="en-GB" dirty="0" err="1"/>
              <a:t>eiusmod</a:t>
            </a:r>
            <a:r>
              <a:rPr lang="en-GB" dirty="0"/>
              <a:t> </a:t>
            </a:r>
            <a:r>
              <a:rPr lang="en-GB" dirty="0" err="1"/>
              <a:t>tempor</a:t>
            </a:r>
            <a:r>
              <a:rPr lang="en-GB" dirty="0"/>
              <a:t> </a:t>
            </a:r>
            <a:r>
              <a:rPr lang="en-GB" dirty="0" err="1"/>
              <a:t>incididunt</a:t>
            </a:r>
            <a:r>
              <a:rPr lang="en-GB" dirty="0"/>
              <a:t> </a:t>
            </a:r>
            <a:r>
              <a:rPr lang="en-GB" dirty="0" err="1"/>
              <a:t>ut</a:t>
            </a:r>
            <a:r>
              <a:rPr lang="en-GB" dirty="0"/>
              <a:t> labore et dolore. </a:t>
            </a:r>
          </a:p>
          <a:p>
            <a:pPr lvl="0"/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do </a:t>
            </a:r>
            <a:r>
              <a:rPr lang="en-GB" dirty="0" err="1"/>
              <a:t>eiusmod</a:t>
            </a:r>
            <a:r>
              <a:rPr lang="en-GB" dirty="0"/>
              <a:t> </a:t>
            </a:r>
            <a:r>
              <a:rPr lang="en-GB" dirty="0" err="1"/>
              <a:t>tempor</a:t>
            </a:r>
            <a:r>
              <a:rPr lang="en-GB" dirty="0"/>
              <a:t> </a:t>
            </a:r>
            <a:r>
              <a:rPr lang="en-GB" dirty="0" err="1"/>
              <a:t>incididunt</a:t>
            </a:r>
            <a:r>
              <a:rPr lang="en-GB" dirty="0"/>
              <a:t> et dolore.</a:t>
            </a:r>
          </a:p>
          <a:p>
            <a:pPr lvl="0"/>
            <a:endParaRPr lang="en-GB" dirty="0"/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4F16851C-FF16-C8FD-C1A2-97DC62B0B3A0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96371" y="4041790"/>
            <a:ext cx="2226793" cy="976510"/>
          </a:xfrm>
          <a:prstGeom prst="rect">
            <a:avLst/>
          </a:prstGeom>
        </p:spPr>
        <p:txBody>
          <a:bodyPr lIns="45720" tIns="45720" rIns="45720" bIns="45720" anchor="b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40" b="0" i="0">
                <a:solidFill>
                  <a:schemeClr val="bg1"/>
                </a:solidFill>
                <a:latin typeface="+mj-lt"/>
                <a:cs typeface="CiscoSansTT ExtraLight" panose="020B0303020201020303" pitchFamily="34" charset="0"/>
              </a:defRPr>
            </a:lvl1pPr>
          </a:lstStyle>
          <a:p>
            <a:r>
              <a:rPr lang="en-GB" dirty="0"/>
              <a:t>Heading</a:t>
            </a:r>
          </a:p>
        </p:txBody>
      </p:sp>
    </p:spTree>
    <p:extLst>
      <p:ext uri="{BB962C8B-B14F-4D97-AF65-F5344CB8AC3E}">
        <p14:creationId xmlns:p14="http://schemas.microsoft.com/office/powerpoint/2010/main" val="23732258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eading Only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Placeholder 1">
            <a:extLst>
              <a:ext uri="{FF2B5EF4-FFF2-40B4-BE49-F238E27FC236}">
                <a16:creationId xmlns:a16="http://schemas.microsoft.com/office/drawing/2014/main" id="{48FA65F1-BAFB-6C36-2878-6CF1B8179A7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8621" y="563316"/>
            <a:ext cx="6995160" cy="1005840"/>
          </a:xfrm>
          <a:prstGeom prst="rect">
            <a:avLst/>
          </a:prstGeom>
        </p:spPr>
        <p:txBody>
          <a:bodyPr vert="horz" lIns="45720" tIns="45720" rIns="45720" bIns="45720" rtlCol="0" anchor="ctr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7515094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eading w Section Titl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2" descr="Section title">
            <a:extLst>
              <a:ext uri="{FF2B5EF4-FFF2-40B4-BE49-F238E27FC236}">
                <a16:creationId xmlns:a16="http://schemas.microsoft.com/office/drawing/2014/main" id="{0C30067D-BDB2-4ED3-9FF2-9A7F7110FF9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99029" y="575831"/>
            <a:ext cx="3497580" cy="447040"/>
          </a:xfrm>
          <a:prstGeom prst="rect">
            <a:avLst/>
          </a:prstGeom>
        </p:spPr>
        <p:txBody>
          <a:bodyPr lIns="45720" tIns="45720" rIns="45720" bIns="45720"/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893" b="0" i="0" baseline="0">
                <a:solidFill>
                  <a:schemeClr val="tx1"/>
                </a:solidFill>
                <a:latin typeface="+mn-lt"/>
                <a:cs typeface="CiscoSansTT Light" panose="020B0503020201020303" pitchFamily="34" charset="0"/>
              </a:defRPr>
            </a:lvl1pPr>
            <a:lvl2pPr marL="259062" indent="0">
              <a:buNone/>
              <a:defRPr/>
            </a:lvl2pPr>
            <a:lvl3pPr marL="363288" indent="0">
              <a:buNone/>
              <a:defRPr/>
            </a:lvl3pPr>
            <a:lvl4pPr marL="439187" indent="0">
              <a:buNone/>
              <a:defRPr/>
            </a:lvl4pPr>
            <a:lvl5pPr marL="511033" indent="0">
              <a:buNone/>
              <a:defRPr/>
            </a:lvl5pPr>
          </a:lstStyle>
          <a:p>
            <a:pPr lvl="0"/>
            <a:r>
              <a:rPr lang="en-GB" dirty="0"/>
              <a:t>Section title</a:t>
            </a:r>
          </a:p>
        </p:txBody>
      </p:sp>
      <p:sp>
        <p:nvSpPr>
          <p:cNvPr id="3" name="Title Placeholder 1">
            <a:extLst>
              <a:ext uri="{FF2B5EF4-FFF2-40B4-BE49-F238E27FC236}">
                <a16:creationId xmlns:a16="http://schemas.microsoft.com/office/drawing/2014/main" id="{689D7222-F544-8734-1474-646E4190C25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8621" y="1060011"/>
            <a:ext cx="6995160" cy="1005840"/>
          </a:xfrm>
          <a:prstGeom prst="rect">
            <a:avLst/>
          </a:prstGeom>
        </p:spPr>
        <p:txBody>
          <a:bodyPr vert="horz" lIns="45720" tIns="45720" rIns="45720" bIns="45720" rtlCol="0" anchor="ctr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4724350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eading w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Placeholder 1">
            <a:extLst>
              <a:ext uri="{FF2B5EF4-FFF2-40B4-BE49-F238E27FC236}">
                <a16:creationId xmlns:a16="http://schemas.microsoft.com/office/drawing/2014/main" id="{AA3BF51A-3A82-60DC-93A5-2213ED8791F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8621" y="563316"/>
            <a:ext cx="6995160" cy="1005840"/>
          </a:xfrm>
          <a:prstGeom prst="rect">
            <a:avLst/>
          </a:prstGeom>
        </p:spPr>
        <p:txBody>
          <a:bodyPr vert="horz" lIns="45720" tIns="45720" rIns="45720" bIns="45720" rtlCol="0" anchor="ctr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575B45E7-43EA-8FCF-779D-B7F08D02F59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24108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eading w 2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2" descr="Section title">
            <a:extLst>
              <a:ext uri="{FF2B5EF4-FFF2-40B4-BE49-F238E27FC236}">
                <a16:creationId xmlns:a16="http://schemas.microsoft.com/office/drawing/2014/main" id="{20BBFC84-0D1A-41D8-BAF7-77889FB4926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99029" y="575831"/>
            <a:ext cx="3497580" cy="447040"/>
          </a:xfrm>
          <a:prstGeom prst="rect">
            <a:avLst/>
          </a:prstGeom>
        </p:spPr>
        <p:txBody>
          <a:bodyPr lIns="45720" tIns="45720" rIns="45720" bIns="45720"/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893" b="0" i="0" baseline="0">
                <a:solidFill>
                  <a:schemeClr val="tx1"/>
                </a:solidFill>
                <a:latin typeface="+mn-lt"/>
                <a:cs typeface="CiscoSansTT Light" panose="020B0503020201020303" pitchFamily="34" charset="0"/>
              </a:defRPr>
            </a:lvl1pPr>
            <a:lvl2pPr marL="259062" indent="0">
              <a:buNone/>
              <a:defRPr/>
            </a:lvl2pPr>
            <a:lvl3pPr marL="363288" indent="0">
              <a:buNone/>
              <a:defRPr/>
            </a:lvl3pPr>
            <a:lvl4pPr marL="439187" indent="0">
              <a:buNone/>
              <a:defRPr/>
            </a:lvl4pPr>
            <a:lvl5pPr marL="511033" indent="0">
              <a:buNone/>
              <a:defRPr/>
            </a:lvl5pPr>
          </a:lstStyle>
          <a:p>
            <a:pPr lvl="0"/>
            <a:r>
              <a:rPr lang="en-GB" dirty="0"/>
              <a:t>Section title</a:t>
            </a:r>
          </a:p>
        </p:txBody>
      </p:sp>
      <p:sp>
        <p:nvSpPr>
          <p:cNvPr id="11" name="Title Placeholder 1">
            <a:extLst>
              <a:ext uri="{FF2B5EF4-FFF2-40B4-BE49-F238E27FC236}">
                <a16:creationId xmlns:a16="http://schemas.microsoft.com/office/drawing/2014/main" id="{EB3BF19B-575A-779B-73CC-537ABB67E7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8621" y="1060011"/>
            <a:ext cx="6995160" cy="1005840"/>
          </a:xfrm>
          <a:prstGeom prst="rect">
            <a:avLst/>
          </a:prstGeom>
        </p:spPr>
        <p:txBody>
          <a:bodyPr vert="horz" lIns="45720" tIns="45720" rIns="45720" bIns="45720" rtlCol="0" anchor="ctr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2" name="Text Placeholder 8">
            <a:extLst>
              <a:ext uri="{FF2B5EF4-FFF2-40B4-BE49-F238E27FC236}">
                <a16:creationId xmlns:a16="http://schemas.microsoft.com/office/drawing/2014/main" id="{A2705B8E-4073-4179-061E-6BB2F2D366C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88620" y="2374900"/>
            <a:ext cx="3322499" cy="662178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0020ADB6-8EC0-CC3A-6343-8EB97EAED4A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061958" y="2374900"/>
            <a:ext cx="3322499" cy="662178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73649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alf Pag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288E9818-CDB2-294C-86DC-E17877CD33A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96502" y="3762587"/>
            <a:ext cx="2914650" cy="4023360"/>
          </a:xfrm>
          <a:prstGeom prst="rect">
            <a:avLst/>
          </a:prstGeom>
        </p:spPr>
        <p:txBody>
          <a:bodyPr lIns="45720" tIns="45720" rIns="45720" bIns="45720"/>
          <a:lstStyle>
            <a:lvl1pPr marL="0" marR="0" indent="0" algn="l" defTabSz="581576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383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None/>
              <a:tabLst/>
              <a:defRPr sz="1020" b="0" i="0" baseline="0">
                <a:solidFill>
                  <a:schemeClr val="tx1"/>
                </a:solidFill>
                <a:latin typeface="+mn-lt"/>
                <a:cs typeface="CiscoSansTT Light" panose="020B0503020201020303" pitchFamily="34" charset="0"/>
              </a:defRPr>
            </a:lvl1pPr>
            <a:lvl2pPr marL="259062" indent="0">
              <a:buNone/>
              <a:defRPr/>
            </a:lvl2pPr>
            <a:lvl3pPr marL="363288" indent="0">
              <a:buNone/>
              <a:defRPr/>
            </a:lvl3pPr>
            <a:lvl4pPr marL="439187" indent="0">
              <a:buNone/>
              <a:defRPr/>
            </a:lvl4pPr>
            <a:lvl5pPr marL="511033" indent="0">
              <a:buNone/>
              <a:defRPr/>
            </a:lvl5pPr>
          </a:lstStyle>
          <a:p>
            <a:pPr lvl="0"/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do </a:t>
            </a:r>
            <a:r>
              <a:rPr lang="en-GB" dirty="0" err="1"/>
              <a:t>eiusmod</a:t>
            </a:r>
            <a:r>
              <a:rPr lang="en-GB" dirty="0"/>
              <a:t> </a:t>
            </a:r>
            <a:r>
              <a:rPr lang="en-GB" dirty="0" err="1"/>
              <a:t>tempor</a:t>
            </a:r>
            <a:r>
              <a:rPr lang="en-GB" dirty="0"/>
              <a:t> </a:t>
            </a:r>
            <a:r>
              <a:rPr lang="en-GB" dirty="0" err="1"/>
              <a:t>incididunt</a:t>
            </a:r>
            <a:r>
              <a:rPr lang="en-GB" dirty="0"/>
              <a:t> </a:t>
            </a:r>
            <a:r>
              <a:rPr lang="en-GB" dirty="0" err="1"/>
              <a:t>ut</a:t>
            </a:r>
            <a:r>
              <a:rPr lang="en-GB" dirty="0"/>
              <a:t> </a:t>
            </a:r>
            <a:r>
              <a:rPr lang="en-GB" dirty="0" err="1"/>
              <a:t>labore</a:t>
            </a:r>
            <a:r>
              <a:rPr lang="en-GB" dirty="0"/>
              <a:t> et dolore. 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do </a:t>
            </a:r>
            <a:r>
              <a:rPr lang="en-GB" dirty="0" err="1"/>
              <a:t>eiusmod</a:t>
            </a:r>
            <a:r>
              <a:rPr lang="en-GB" dirty="0"/>
              <a:t> </a:t>
            </a:r>
            <a:r>
              <a:rPr lang="en-GB" dirty="0" err="1"/>
              <a:t>tempor</a:t>
            </a:r>
            <a:r>
              <a:rPr lang="en-GB" dirty="0"/>
              <a:t> </a:t>
            </a:r>
            <a:r>
              <a:rPr lang="en-GB" dirty="0" err="1"/>
              <a:t>incididunt</a:t>
            </a:r>
            <a:r>
              <a:rPr lang="en-GB" dirty="0"/>
              <a:t> et dolore.</a:t>
            </a:r>
          </a:p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labore et dolore. 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et dolore.</a:t>
            </a:r>
            <a:endParaRPr lang="en-GB" dirty="0"/>
          </a:p>
          <a:p>
            <a:pPr lvl="0"/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493A0E-205E-98C2-0661-3E250B8F3BD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02980" y="633307"/>
            <a:ext cx="2914650" cy="447040"/>
          </a:xfrm>
          <a:prstGeom prst="rect">
            <a:avLst/>
          </a:prstGeom>
        </p:spPr>
        <p:txBody>
          <a:bodyPr lIns="45720" tIns="45720" rIns="45720" bIns="45720"/>
          <a:lstStyle>
            <a:lvl1pPr marL="0" indent="0">
              <a:buFont typeface="Arial" panose="020B0604020202020204" pitchFamily="34" charset="0"/>
              <a:buNone/>
              <a:defRPr sz="893" b="0" i="0" baseline="0">
                <a:solidFill>
                  <a:schemeClr val="tx1"/>
                </a:solidFill>
                <a:latin typeface="CiscoSansTT Light" panose="020B0503020201020303" pitchFamily="34" charset="0"/>
                <a:cs typeface="CiscoSansTT Light" panose="020B0503020201020303" pitchFamily="34" charset="0"/>
              </a:defRPr>
            </a:lvl1pPr>
            <a:lvl2pPr marL="259062" indent="0">
              <a:buNone/>
              <a:defRPr/>
            </a:lvl2pPr>
            <a:lvl3pPr marL="363288" indent="0">
              <a:buNone/>
              <a:defRPr/>
            </a:lvl3pPr>
            <a:lvl4pPr marL="439187" indent="0">
              <a:buNone/>
              <a:defRPr/>
            </a:lvl4pPr>
            <a:lvl5pPr marL="511033" indent="0">
              <a:buNone/>
              <a:defRPr/>
            </a:lvl5pPr>
          </a:lstStyle>
          <a:p>
            <a:pPr lvl="0"/>
            <a:r>
              <a:rPr lang="en-GB" dirty="0"/>
              <a:t>Section title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A93EC81-A266-1756-37B4-B83297C32E10}"/>
              </a:ext>
            </a:extLst>
          </p:cNvPr>
          <p:cNvSpPr/>
          <p:nvPr/>
        </p:nvSpPr>
        <p:spPr>
          <a:xfrm>
            <a:off x="3886200" y="0"/>
            <a:ext cx="3886200" cy="10058400"/>
          </a:xfrm>
          <a:prstGeom prst="rect">
            <a:avLst/>
          </a:prstGeom>
          <a:solidFill>
            <a:schemeClr val="bg2">
              <a:lumMod val="9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1344FDFA-4E0E-FB13-FB45-5AECC129F57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8621" y="2320848"/>
            <a:ext cx="2929009" cy="930713"/>
          </a:xfrm>
          <a:prstGeom prst="rect">
            <a:avLst/>
          </a:prstGeom>
        </p:spPr>
        <p:txBody>
          <a:bodyPr vert="horz" lIns="45720" tIns="45720" rIns="45720" bIns="45720" rtlCol="0" anchor="ctr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7881172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alf Page Sky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886200" y="0"/>
            <a:ext cx="3886200" cy="10058400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35" b="0" i="0" dirty="0">
              <a:solidFill>
                <a:srgbClr val="0D274D"/>
              </a:solidFill>
              <a:latin typeface="CiscoSansTT ExtraLight" panose="020B0303020201020303" pitchFamily="34" charset="0"/>
            </a:endParaRP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24EE68BB-B0C9-B5EC-846B-9A437BE6688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96502" y="3762587"/>
            <a:ext cx="2914650" cy="4023360"/>
          </a:xfrm>
          <a:prstGeom prst="rect">
            <a:avLst/>
          </a:prstGeom>
        </p:spPr>
        <p:txBody>
          <a:bodyPr lIns="45720" tIns="45720" rIns="45720" bIns="45720"/>
          <a:lstStyle>
            <a:lvl1pPr marL="0" marR="0" indent="0" algn="l" defTabSz="581576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383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None/>
              <a:tabLst/>
              <a:defRPr sz="1020" b="0" i="0" baseline="0">
                <a:solidFill>
                  <a:schemeClr val="tx1"/>
                </a:solidFill>
                <a:latin typeface="+mn-lt"/>
                <a:cs typeface="CiscoSansTT Light" panose="020B0503020201020303" pitchFamily="34" charset="0"/>
              </a:defRPr>
            </a:lvl1pPr>
            <a:lvl2pPr marL="259062" indent="0">
              <a:buNone/>
              <a:defRPr/>
            </a:lvl2pPr>
            <a:lvl3pPr marL="363288" indent="0">
              <a:buNone/>
              <a:defRPr/>
            </a:lvl3pPr>
            <a:lvl4pPr marL="439187" indent="0">
              <a:buNone/>
              <a:defRPr/>
            </a:lvl4pPr>
            <a:lvl5pPr marL="511033" indent="0">
              <a:buNone/>
              <a:defRPr/>
            </a:lvl5pPr>
          </a:lstStyle>
          <a:p>
            <a:pPr lvl="0"/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do </a:t>
            </a:r>
            <a:r>
              <a:rPr lang="en-GB" dirty="0" err="1"/>
              <a:t>eiusmod</a:t>
            </a:r>
            <a:r>
              <a:rPr lang="en-GB" dirty="0"/>
              <a:t> </a:t>
            </a:r>
            <a:r>
              <a:rPr lang="en-GB" dirty="0" err="1"/>
              <a:t>tempor</a:t>
            </a:r>
            <a:r>
              <a:rPr lang="en-GB" dirty="0"/>
              <a:t> </a:t>
            </a:r>
            <a:r>
              <a:rPr lang="en-GB" dirty="0" err="1"/>
              <a:t>incididunt</a:t>
            </a:r>
            <a:r>
              <a:rPr lang="en-GB" dirty="0"/>
              <a:t> </a:t>
            </a:r>
            <a:r>
              <a:rPr lang="en-GB" dirty="0" err="1"/>
              <a:t>ut</a:t>
            </a:r>
            <a:r>
              <a:rPr lang="en-GB" dirty="0"/>
              <a:t> </a:t>
            </a:r>
            <a:r>
              <a:rPr lang="en-GB" dirty="0" err="1"/>
              <a:t>labore</a:t>
            </a:r>
            <a:r>
              <a:rPr lang="en-GB" dirty="0"/>
              <a:t> et dolore. 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do </a:t>
            </a:r>
            <a:r>
              <a:rPr lang="en-GB" dirty="0" err="1"/>
              <a:t>eiusmod</a:t>
            </a:r>
            <a:r>
              <a:rPr lang="en-GB" dirty="0"/>
              <a:t> </a:t>
            </a:r>
            <a:r>
              <a:rPr lang="en-GB" dirty="0" err="1"/>
              <a:t>tempor</a:t>
            </a:r>
            <a:r>
              <a:rPr lang="en-GB" dirty="0"/>
              <a:t> </a:t>
            </a:r>
            <a:r>
              <a:rPr lang="en-GB" dirty="0" err="1"/>
              <a:t>incididunt</a:t>
            </a:r>
            <a:r>
              <a:rPr lang="en-GB" dirty="0"/>
              <a:t> et dolore.</a:t>
            </a:r>
          </a:p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labore et dolore. 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et dolore.</a:t>
            </a:r>
            <a:endParaRPr lang="en-GB" dirty="0"/>
          </a:p>
          <a:p>
            <a:pPr lvl="0"/>
            <a:endParaRPr lang="en-GB" dirty="0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F80CA85F-96FC-6CA6-B62F-6AD3B87CEE6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02980" y="633307"/>
            <a:ext cx="2914650" cy="447040"/>
          </a:xfrm>
          <a:prstGeom prst="rect">
            <a:avLst/>
          </a:prstGeom>
        </p:spPr>
        <p:txBody>
          <a:bodyPr lIns="45720" tIns="45720" rIns="45720" bIns="45720"/>
          <a:lstStyle>
            <a:lvl1pPr marL="0" indent="0">
              <a:buFont typeface="Arial" panose="020B0604020202020204" pitchFamily="34" charset="0"/>
              <a:buNone/>
              <a:defRPr sz="893" b="0" i="0" baseline="0">
                <a:solidFill>
                  <a:schemeClr val="tx1"/>
                </a:solidFill>
                <a:latin typeface="CiscoSansTT Light" panose="020B0503020201020303" pitchFamily="34" charset="0"/>
                <a:cs typeface="CiscoSansTT Light" panose="020B0503020201020303" pitchFamily="34" charset="0"/>
              </a:defRPr>
            </a:lvl1pPr>
            <a:lvl2pPr marL="259062" indent="0">
              <a:buNone/>
              <a:defRPr/>
            </a:lvl2pPr>
            <a:lvl3pPr marL="363288" indent="0">
              <a:buNone/>
              <a:defRPr/>
            </a:lvl3pPr>
            <a:lvl4pPr marL="439187" indent="0">
              <a:buNone/>
              <a:defRPr/>
            </a:lvl4pPr>
            <a:lvl5pPr marL="511033" indent="0">
              <a:buNone/>
              <a:defRPr/>
            </a:lvl5pPr>
          </a:lstStyle>
          <a:p>
            <a:pPr lvl="0"/>
            <a:r>
              <a:rPr lang="en-GB" dirty="0"/>
              <a:t>Section title</a:t>
            </a:r>
          </a:p>
        </p:txBody>
      </p:sp>
      <p:sp>
        <p:nvSpPr>
          <p:cNvPr id="3" name="Title Placeholder 1">
            <a:extLst>
              <a:ext uri="{FF2B5EF4-FFF2-40B4-BE49-F238E27FC236}">
                <a16:creationId xmlns:a16="http://schemas.microsoft.com/office/drawing/2014/main" id="{1D697ECA-1DF4-14D1-3EFA-CC34EEA2F63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8621" y="2320848"/>
            <a:ext cx="2929009" cy="930713"/>
          </a:xfrm>
          <a:prstGeom prst="rect">
            <a:avLst/>
          </a:prstGeom>
        </p:spPr>
        <p:txBody>
          <a:bodyPr vert="horz" lIns="45720" tIns="45720" rIns="45720" bIns="45720" rtlCol="0" anchor="ctr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5211331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5760">
          <p15:clr>
            <a:srgbClr val="FBAE40"/>
          </p15:clr>
        </p15:guide>
        <p15:guide id="2" pos="1920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alf Page Midnight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886200" y="0"/>
            <a:ext cx="3886200" cy="10058400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35" b="0" i="0" dirty="0">
              <a:solidFill>
                <a:srgbClr val="0D274D"/>
              </a:solidFill>
              <a:latin typeface="CiscoSansTT ExtraLight" panose="020B0303020201020303" pitchFamily="34" charset="0"/>
            </a:endParaRP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128A24FB-C90E-8608-90DD-14467743B56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96502" y="3762587"/>
            <a:ext cx="2914650" cy="4023360"/>
          </a:xfrm>
          <a:prstGeom prst="rect">
            <a:avLst/>
          </a:prstGeom>
        </p:spPr>
        <p:txBody>
          <a:bodyPr lIns="45720" tIns="45720" rIns="45720" bIns="45720"/>
          <a:lstStyle>
            <a:lvl1pPr marL="0" marR="0" indent="0" algn="l" defTabSz="581576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383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None/>
              <a:tabLst/>
              <a:defRPr sz="1020" b="0" i="0" baseline="0">
                <a:solidFill>
                  <a:schemeClr val="bg2"/>
                </a:solidFill>
                <a:latin typeface="+mn-lt"/>
                <a:cs typeface="CiscoSansTT Light" panose="020B0503020201020303" pitchFamily="34" charset="0"/>
              </a:defRPr>
            </a:lvl1pPr>
            <a:lvl2pPr marL="259062" indent="0">
              <a:buNone/>
              <a:defRPr/>
            </a:lvl2pPr>
            <a:lvl3pPr marL="363288" indent="0">
              <a:buNone/>
              <a:defRPr/>
            </a:lvl3pPr>
            <a:lvl4pPr marL="439187" indent="0">
              <a:buNone/>
              <a:defRPr/>
            </a:lvl4pPr>
            <a:lvl5pPr marL="511033" indent="0">
              <a:buNone/>
              <a:defRPr/>
            </a:lvl5pPr>
          </a:lstStyle>
          <a:p>
            <a:pPr lvl="0"/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do </a:t>
            </a:r>
            <a:r>
              <a:rPr lang="en-GB" dirty="0" err="1"/>
              <a:t>eiusmod</a:t>
            </a:r>
            <a:r>
              <a:rPr lang="en-GB" dirty="0"/>
              <a:t> </a:t>
            </a:r>
            <a:r>
              <a:rPr lang="en-GB" dirty="0" err="1"/>
              <a:t>tempor</a:t>
            </a:r>
            <a:r>
              <a:rPr lang="en-GB" dirty="0"/>
              <a:t> </a:t>
            </a:r>
            <a:r>
              <a:rPr lang="en-GB" dirty="0" err="1"/>
              <a:t>incididunt</a:t>
            </a:r>
            <a:r>
              <a:rPr lang="en-GB" dirty="0"/>
              <a:t> </a:t>
            </a:r>
            <a:r>
              <a:rPr lang="en-GB" dirty="0" err="1"/>
              <a:t>ut</a:t>
            </a:r>
            <a:r>
              <a:rPr lang="en-GB" dirty="0"/>
              <a:t> </a:t>
            </a:r>
            <a:r>
              <a:rPr lang="en-GB" dirty="0" err="1"/>
              <a:t>labore</a:t>
            </a:r>
            <a:r>
              <a:rPr lang="en-GB" dirty="0"/>
              <a:t> et dolore. 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do </a:t>
            </a:r>
            <a:r>
              <a:rPr lang="en-GB" dirty="0" err="1"/>
              <a:t>eiusmod</a:t>
            </a:r>
            <a:r>
              <a:rPr lang="en-GB" dirty="0"/>
              <a:t> </a:t>
            </a:r>
            <a:r>
              <a:rPr lang="en-GB" dirty="0" err="1"/>
              <a:t>tempor</a:t>
            </a:r>
            <a:r>
              <a:rPr lang="en-GB" dirty="0"/>
              <a:t> </a:t>
            </a:r>
            <a:r>
              <a:rPr lang="en-GB" dirty="0" err="1"/>
              <a:t>incididunt</a:t>
            </a:r>
            <a:r>
              <a:rPr lang="en-GB" dirty="0"/>
              <a:t> et dolore.</a:t>
            </a:r>
          </a:p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labore et dolore. 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et dolore.</a:t>
            </a:r>
            <a:endParaRPr lang="en-GB" dirty="0"/>
          </a:p>
          <a:p>
            <a:pPr lvl="0"/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96A67E-A1D7-9527-29EB-EF2FEEA57DB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02980" y="633307"/>
            <a:ext cx="2914650" cy="447040"/>
          </a:xfrm>
          <a:prstGeom prst="rect">
            <a:avLst/>
          </a:prstGeom>
        </p:spPr>
        <p:txBody>
          <a:bodyPr lIns="45720" tIns="45720" rIns="45720" bIns="45720"/>
          <a:lstStyle>
            <a:lvl1pPr marL="0" indent="0">
              <a:buFont typeface="Arial" panose="020B0604020202020204" pitchFamily="34" charset="0"/>
              <a:buNone/>
              <a:defRPr sz="893" b="0" i="0" baseline="0">
                <a:solidFill>
                  <a:schemeClr val="bg2"/>
                </a:solidFill>
                <a:latin typeface="CiscoSansTT Light" panose="020B0503020201020303" pitchFamily="34" charset="0"/>
                <a:cs typeface="CiscoSansTT Light" panose="020B0503020201020303" pitchFamily="34" charset="0"/>
              </a:defRPr>
            </a:lvl1pPr>
            <a:lvl2pPr marL="259062" indent="0">
              <a:buNone/>
              <a:defRPr/>
            </a:lvl2pPr>
            <a:lvl3pPr marL="363288" indent="0">
              <a:buNone/>
              <a:defRPr/>
            </a:lvl3pPr>
            <a:lvl4pPr marL="439187" indent="0">
              <a:buNone/>
              <a:defRPr/>
            </a:lvl4pPr>
            <a:lvl5pPr marL="511033" indent="0">
              <a:buNone/>
              <a:defRPr/>
            </a:lvl5pPr>
          </a:lstStyle>
          <a:p>
            <a:pPr lvl="0"/>
            <a:r>
              <a:rPr lang="en-GB" dirty="0"/>
              <a:t>Section title</a:t>
            </a:r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958130C6-64C1-4324-51CC-4C096C9929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8621" y="2320848"/>
            <a:ext cx="2929009" cy="930713"/>
          </a:xfrm>
          <a:prstGeom prst="rect">
            <a:avLst/>
          </a:prstGeom>
        </p:spPr>
        <p:txBody>
          <a:bodyPr vert="horz" lIns="45720" tIns="45720" rIns="45720" bIns="45720" rtlCol="0" anchor="ctr">
            <a:noAutofit/>
          </a:bodyPr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2199651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5760">
          <p15:clr>
            <a:srgbClr val="FBAE40"/>
          </p15:clr>
        </p15:guide>
        <p15:guide id="2" pos="1920">
          <p15:clr>
            <a:srgbClr val="FBAE40"/>
          </p15:clr>
        </p15:guide>
        <p15:guide id="3" pos="3672">
          <p15:clr>
            <a:srgbClr val="FBAE40"/>
          </p15:clr>
        </p15:guide>
        <p15:guide id="4" pos="1224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alf Page White 1b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1EFE848-FBF2-0C2C-70C7-541164BEA728}"/>
              </a:ext>
            </a:extLst>
          </p:cNvPr>
          <p:cNvSpPr/>
          <p:nvPr/>
        </p:nvSpPr>
        <p:spPr>
          <a:xfrm>
            <a:off x="3886200" y="0"/>
            <a:ext cx="3886200" cy="10058400"/>
          </a:xfrm>
          <a:prstGeom prst="rect">
            <a:avLst/>
          </a:prstGeom>
          <a:solidFill>
            <a:schemeClr val="bg2">
              <a:lumMod val="9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35" b="0" i="0" dirty="0">
              <a:solidFill>
                <a:srgbClr val="0D274D"/>
              </a:solidFill>
              <a:latin typeface="CiscoSansTT ExtraLight" panose="020B0303020201020303" pitchFamily="34" charset="0"/>
            </a:endParaRP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6BE0368-12F7-D52E-F159-299C7A027BAC}"/>
              </a:ext>
            </a:extLst>
          </p:cNvPr>
          <p:cNvSpPr txBox="1">
            <a:spLocks/>
          </p:cNvSpPr>
          <p:nvPr/>
        </p:nvSpPr>
        <p:spPr>
          <a:xfrm>
            <a:off x="388621" y="3504587"/>
            <a:ext cx="2929009" cy="2447544"/>
          </a:xfrm>
          <a:prstGeom prst="rect">
            <a:avLst/>
          </a:prstGeom>
        </p:spPr>
        <p:txBody>
          <a:bodyPr vert="horz" lIns="29146" tIns="29146" rIns="29146" bIns="29146" rtlCol="0" anchor="ctr">
            <a:noAutofit/>
          </a:bodyPr>
          <a:lstStyle>
            <a:lvl1pPr algn="l" defTabSz="912276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lang="en-US" sz="4400" b="0" i="0" u="none" kern="1200">
                <a:solidFill>
                  <a:schemeClr val="accent1"/>
                </a:solidFill>
                <a:latin typeface="+mj-lt"/>
                <a:ea typeface="CiscoSansTT Thin" charset="0"/>
                <a:cs typeface="CiscoSansTT Thin" charset="0"/>
              </a:defRPr>
            </a:lvl1pPr>
            <a:lvl2pPr algn="l" defTabSz="912276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4267">
                <a:solidFill>
                  <a:srgbClr val="676767"/>
                </a:solidFill>
                <a:latin typeface="Arial" charset="0"/>
                <a:ea typeface="ＭＳ Ｐゴシック" charset="0"/>
              </a:defRPr>
            </a:lvl2pPr>
            <a:lvl3pPr algn="l" defTabSz="912276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4267">
                <a:solidFill>
                  <a:srgbClr val="676767"/>
                </a:solidFill>
                <a:latin typeface="Arial" charset="0"/>
                <a:ea typeface="ＭＳ Ｐゴシック" charset="0"/>
              </a:defRPr>
            </a:lvl3pPr>
            <a:lvl4pPr algn="l" defTabSz="912276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4267">
                <a:solidFill>
                  <a:srgbClr val="676767"/>
                </a:solidFill>
                <a:latin typeface="Arial" charset="0"/>
                <a:ea typeface="ＭＳ Ｐゴシック" charset="0"/>
              </a:defRPr>
            </a:lvl4pPr>
            <a:lvl5pPr algn="l" defTabSz="912276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4267">
                <a:solidFill>
                  <a:srgbClr val="676767"/>
                </a:solidFill>
                <a:latin typeface="Arial" charset="0"/>
                <a:ea typeface="ＭＳ Ｐゴシック" charset="0"/>
              </a:defRPr>
            </a:lvl5pPr>
            <a:lvl6pPr marL="609595" algn="l" defTabSz="912276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4267">
                <a:solidFill>
                  <a:srgbClr val="676767"/>
                </a:solidFill>
                <a:latin typeface="Arial" charset="0"/>
                <a:ea typeface="ＭＳ Ｐゴシック" charset="0"/>
              </a:defRPr>
            </a:lvl6pPr>
            <a:lvl7pPr marL="1219190" algn="l" defTabSz="912276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4267">
                <a:solidFill>
                  <a:srgbClr val="676767"/>
                </a:solidFill>
                <a:latin typeface="Arial" charset="0"/>
                <a:ea typeface="ＭＳ Ｐゴシック" charset="0"/>
              </a:defRPr>
            </a:lvl7pPr>
            <a:lvl8pPr marL="1828785" algn="l" defTabSz="912276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4267">
                <a:solidFill>
                  <a:srgbClr val="676767"/>
                </a:solidFill>
                <a:latin typeface="Arial" charset="0"/>
                <a:ea typeface="ＭＳ Ｐゴシック" charset="0"/>
              </a:defRPr>
            </a:lvl8pPr>
            <a:lvl9pPr marL="2438379" algn="l" defTabSz="912276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4267">
                <a:solidFill>
                  <a:srgbClr val="676767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2805" dirty="0">
                <a:solidFill>
                  <a:schemeClr val="bg1"/>
                </a:solidFill>
              </a:rPr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8789312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5760">
          <p15:clr>
            <a:srgbClr val="FBAE40"/>
          </p15:clr>
        </p15:guide>
        <p15:guide id="2" pos="1920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alf Page Sky 1b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879322" y="0"/>
            <a:ext cx="3893078" cy="10058400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35" b="0" i="0" dirty="0">
              <a:solidFill>
                <a:srgbClr val="0D274D"/>
              </a:solidFill>
              <a:latin typeface="CiscoSansTT ExtraLight" panose="020B0303020201020303" pitchFamily="34" charset="0"/>
            </a:endParaRP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FD046DA-7F8D-D93E-4767-7220FA5FC77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8621" y="3504587"/>
            <a:ext cx="2929009" cy="2447544"/>
          </a:xfrm>
          <a:prstGeom prst="rect">
            <a:avLst/>
          </a:prstGeom>
        </p:spPr>
        <p:txBody>
          <a:bodyPr vert="horz" lIns="45720" tIns="45720" rIns="45720" bIns="45720" rtlCol="0" anchor="ctr">
            <a:noAutofit/>
          </a:bodyPr>
          <a:lstStyle>
            <a:lvl1pPr>
              <a:defRPr sz="2805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5437350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5760">
          <p15:clr>
            <a:srgbClr val="FBAE40"/>
          </p15:clr>
        </p15:guide>
        <p15:guide id="2" pos="1920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alf Page Midnight 1b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879322" y="0"/>
            <a:ext cx="3893078" cy="10058400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35" b="0" i="0" dirty="0">
              <a:solidFill>
                <a:srgbClr val="0D274D"/>
              </a:solidFill>
              <a:latin typeface="CiscoSansTT ExtraLight" panose="020B0303020201020303" pitchFamily="34" charset="0"/>
            </a:endParaRP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CF32D2A-AF9C-9AB4-07AC-81C3BE77627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8621" y="3504587"/>
            <a:ext cx="2929009" cy="2447544"/>
          </a:xfrm>
          <a:prstGeom prst="rect">
            <a:avLst/>
          </a:prstGeom>
        </p:spPr>
        <p:txBody>
          <a:bodyPr vert="horz" lIns="45720" tIns="45720" rIns="45720" bIns="45720" rtlCol="0" anchor="ctr">
            <a:noAutofit/>
          </a:bodyPr>
          <a:lstStyle>
            <a:lvl1pPr>
              <a:defRPr sz="2805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7495488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5760">
          <p15:clr>
            <a:srgbClr val="FBAE40"/>
          </p15:clr>
        </p15:guide>
        <p15:guide id="2" pos="1920">
          <p15:clr>
            <a:srgbClr val="FBAE40"/>
          </p15:clr>
        </p15:guide>
        <p15:guide id="3" pos="3672">
          <p15:clr>
            <a:srgbClr val="FBAE40"/>
          </p15:clr>
        </p15:guide>
        <p15:guide id="4" pos="1224">
          <p15:clr>
            <a:srgbClr val="FBAE4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alf Page White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2D54B198-906C-DED8-39CD-143C051E0AB8}"/>
              </a:ext>
            </a:extLst>
          </p:cNvPr>
          <p:cNvSpPr/>
          <p:nvPr/>
        </p:nvSpPr>
        <p:spPr>
          <a:xfrm>
            <a:off x="3886200" y="0"/>
            <a:ext cx="3886200" cy="10058400"/>
          </a:xfrm>
          <a:prstGeom prst="rect">
            <a:avLst/>
          </a:prstGeom>
          <a:solidFill>
            <a:schemeClr val="bg2">
              <a:lumMod val="9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35" b="0" i="0" dirty="0">
              <a:solidFill>
                <a:srgbClr val="0D274D"/>
              </a:solidFill>
              <a:latin typeface="CiscoSansTT ExtraLight" panose="020B0303020201020303" pitchFamily="34" charset="0"/>
            </a:endParaRP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46340164-DEFF-0BA4-370E-859A0468D0F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285856" y="1080348"/>
            <a:ext cx="3086890" cy="7897705"/>
          </a:xfrm>
          <a:prstGeom prst="rect">
            <a:avLst/>
          </a:prstGeom>
        </p:spPr>
        <p:txBody>
          <a:bodyPr lIns="45720" tIns="45720" rIns="45720" bIns="45720" anchor="ctr"/>
          <a:lstStyle>
            <a:lvl1pPr marL="0" marR="0" indent="0" algn="l" defTabSz="581576" rtl="0" eaLnBrk="1" fontAlgn="base" latinLnBrk="0" hangingPunct="1">
              <a:lnSpc>
                <a:spcPct val="95000"/>
              </a:lnSpc>
              <a:spcBef>
                <a:spcPts val="0"/>
              </a:spcBef>
              <a:spcAft>
                <a:spcPts val="893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None/>
              <a:tabLst/>
              <a:defRPr sz="893" b="0" i="0" baseline="0">
                <a:solidFill>
                  <a:schemeClr val="tx1"/>
                </a:solidFill>
                <a:latin typeface="+mn-lt"/>
                <a:cs typeface="CiscoSansTT Light" panose="020B0503020201020303" pitchFamily="34" charset="0"/>
              </a:defRPr>
            </a:lvl1pPr>
            <a:lvl2pPr marL="259062" indent="0">
              <a:buNone/>
              <a:defRPr/>
            </a:lvl2pPr>
            <a:lvl3pPr marL="363288" indent="0">
              <a:buNone/>
              <a:defRPr/>
            </a:lvl3pPr>
            <a:lvl4pPr marL="439187" indent="0">
              <a:buNone/>
              <a:defRPr/>
            </a:lvl4pPr>
            <a:lvl5pPr marL="511033" indent="0">
              <a:buNone/>
              <a:defRPr/>
            </a:lvl5pPr>
          </a:lstStyle>
          <a:p>
            <a:pPr lvl="0"/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do </a:t>
            </a:r>
            <a:r>
              <a:rPr lang="en-GB" dirty="0" err="1"/>
              <a:t>eiusmod</a:t>
            </a:r>
            <a:r>
              <a:rPr lang="en-GB" dirty="0"/>
              <a:t> </a:t>
            </a:r>
            <a:r>
              <a:rPr lang="en-GB" dirty="0" err="1"/>
              <a:t>tempor</a:t>
            </a:r>
            <a:r>
              <a:rPr lang="en-GB" dirty="0"/>
              <a:t> </a:t>
            </a:r>
            <a:r>
              <a:rPr lang="en-GB" dirty="0" err="1"/>
              <a:t>incididunt</a:t>
            </a:r>
            <a:r>
              <a:rPr lang="en-GB" dirty="0"/>
              <a:t> </a:t>
            </a:r>
            <a:r>
              <a:rPr lang="en-GB" dirty="0" err="1"/>
              <a:t>ut</a:t>
            </a:r>
            <a:r>
              <a:rPr lang="en-GB" dirty="0"/>
              <a:t> labore et dolore. 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do </a:t>
            </a:r>
            <a:r>
              <a:rPr lang="en-GB" dirty="0" err="1"/>
              <a:t>eiusmod</a:t>
            </a:r>
            <a:r>
              <a:rPr lang="en-GB" dirty="0"/>
              <a:t> </a:t>
            </a:r>
            <a:r>
              <a:rPr lang="en-GB" dirty="0" err="1"/>
              <a:t>tempor</a:t>
            </a:r>
            <a:r>
              <a:rPr lang="en-GB" dirty="0"/>
              <a:t> </a:t>
            </a:r>
            <a:r>
              <a:rPr lang="en-GB" dirty="0" err="1"/>
              <a:t>incididunt</a:t>
            </a:r>
            <a:r>
              <a:rPr lang="en-GB" dirty="0"/>
              <a:t> </a:t>
            </a:r>
            <a:r>
              <a:rPr lang="en-GB" dirty="0" err="1"/>
              <a:t>ut</a:t>
            </a:r>
            <a:r>
              <a:rPr lang="en-GB" dirty="0"/>
              <a:t> labore.</a:t>
            </a:r>
          </a:p>
          <a:p>
            <a:pPr lvl="0"/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do </a:t>
            </a:r>
            <a:r>
              <a:rPr lang="en-GB" dirty="0" err="1"/>
              <a:t>eiusmod</a:t>
            </a:r>
            <a:r>
              <a:rPr lang="en-GB" dirty="0"/>
              <a:t> </a:t>
            </a:r>
            <a:r>
              <a:rPr lang="en-GB" dirty="0" err="1"/>
              <a:t>tempor</a:t>
            </a:r>
            <a:r>
              <a:rPr lang="en-GB" dirty="0"/>
              <a:t> </a:t>
            </a:r>
            <a:r>
              <a:rPr lang="en-GB" dirty="0" err="1"/>
              <a:t>incididunt</a:t>
            </a:r>
            <a:r>
              <a:rPr lang="en-GB" dirty="0"/>
              <a:t> </a:t>
            </a:r>
            <a:r>
              <a:rPr lang="en-GB" dirty="0" err="1"/>
              <a:t>ut</a:t>
            </a:r>
            <a:r>
              <a:rPr lang="en-GB" dirty="0"/>
              <a:t> labore et dolore. 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do </a:t>
            </a:r>
            <a:r>
              <a:rPr lang="en-GB" dirty="0" err="1"/>
              <a:t>eiusmod</a:t>
            </a:r>
            <a:r>
              <a:rPr lang="en-GB" dirty="0"/>
              <a:t> </a:t>
            </a:r>
            <a:r>
              <a:rPr lang="en-GB" dirty="0" err="1"/>
              <a:t>tempor</a:t>
            </a:r>
            <a:r>
              <a:rPr lang="en-GB" dirty="0"/>
              <a:t> </a:t>
            </a:r>
            <a:r>
              <a:rPr lang="en-GB" dirty="0" err="1"/>
              <a:t>incididunt</a:t>
            </a:r>
            <a:r>
              <a:rPr lang="en-GB" dirty="0"/>
              <a:t> </a:t>
            </a:r>
            <a:r>
              <a:rPr lang="en-GB" dirty="0" err="1"/>
              <a:t>ut</a:t>
            </a:r>
            <a:r>
              <a:rPr lang="en-GB" dirty="0"/>
              <a:t> labore.</a:t>
            </a:r>
          </a:p>
          <a:p>
            <a:pPr lvl="0"/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do </a:t>
            </a:r>
            <a:r>
              <a:rPr lang="en-GB" dirty="0" err="1"/>
              <a:t>eiusmod</a:t>
            </a:r>
            <a:r>
              <a:rPr lang="en-GB" dirty="0"/>
              <a:t> </a:t>
            </a:r>
            <a:r>
              <a:rPr lang="en-GB" dirty="0" err="1"/>
              <a:t>tempor</a:t>
            </a:r>
            <a:r>
              <a:rPr lang="en-GB" dirty="0"/>
              <a:t> </a:t>
            </a:r>
            <a:r>
              <a:rPr lang="en-GB" dirty="0" err="1"/>
              <a:t>incididunt</a:t>
            </a:r>
            <a:r>
              <a:rPr lang="en-GB" dirty="0"/>
              <a:t> </a:t>
            </a:r>
            <a:r>
              <a:rPr lang="en-GB" dirty="0" err="1"/>
              <a:t>ut</a:t>
            </a:r>
            <a:r>
              <a:rPr lang="en-GB" dirty="0"/>
              <a:t> labore et dolore. 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do </a:t>
            </a:r>
            <a:r>
              <a:rPr lang="en-GB" dirty="0" err="1"/>
              <a:t>eiusmod</a:t>
            </a:r>
            <a:r>
              <a:rPr lang="en-GB" dirty="0"/>
              <a:t> </a:t>
            </a:r>
            <a:r>
              <a:rPr lang="en-GB" dirty="0" err="1"/>
              <a:t>tempor</a:t>
            </a:r>
            <a:r>
              <a:rPr lang="en-GB" dirty="0"/>
              <a:t> </a:t>
            </a:r>
            <a:r>
              <a:rPr lang="en-GB" dirty="0" err="1"/>
              <a:t>incididunt</a:t>
            </a:r>
            <a:r>
              <a:rPr lang="en-GB" dirty="0"/>
              <a:t> </a:t>
            </a:r>
            <a:r>
              <a:rPr lang="en-GB" dirty="0" err="1"/>
              <a:t>ut</a:t>
            </a:r>
            <a:r>
              <a:rPr lang="en-GB" dirty="0"/>
              <a:t> labore.</a:t>
            </a:r>
          </a:p>
          <a:p>
            <a:pPr lvl="0"/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do </a:t>
            </a:r>
            <a:r>
              <a:rPr lang="en-GB" dirty="0" err="1"/>
              <a:t>eiusmod</a:t>
            </a:r>
            <a:r>
              <a:rPr lang="en-GB" dirty="0"/>
              <a:t> </a:t>
            </a:r>
            <a:r>
              <a:rPr lang="en-GB" dirty="0" err="1"/>
              <a:t>tempor</a:t>
            </a:r>
            <a:r>
              <a:rPr lang="en-GB" dirty="0"/>
              <a:t> </a:t>
            </a:r>
            <a:r>
              <a:rPr lang="en-GB" dirty="0" err="1"/>
              <a:t>incididunt</a:t>
            </a:r>
            <a:r>
              <a:rPr lang="en-GB" dirty="0"/>
              <a:t> </a:t>
            </a:r>
            <a:r>
              <a:rPr lang="en-GB" dirty="0" err="1"/>
              <a:t>ut</a:t>
            </a:r>
            <a:r>
              <a:rPr lang="en-GB" dirty="0"/>
              <a:t> labore et dolore. 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do </a:t>
            </a:r>
            <a:r>
              <a:rPr lang="en-GB" dirty="0" err="1"/>
              <a:t>eiusmod</a:t>
            </a:r>
            <a:r>
              <a:rPr lang="en-GB" dirty="0"/>
              <a:t> </a:t>
            </a:r>
            <a:r>
              <a:rPr lang="en-GB" dirty="0" err="1"/>
              <a:t>tempor</a:t>
            </a:r>
            <a:r>
              <a:rPr lang="en-GB" dirty="0"/>
              <a:t> </a:t>
            </a:r>
            <a:r>
              <a:rPr lang="en-GB" dirty="0" err="1"/>
              <a:t>incididunt</a:t>
            </a:r>
            <a:r>
              <a:rPr lang="en-GB" dirty="0"/>
              <a:t> </a:t>
            </a:r>
            <a:r>
              <a:rPr lang="en-GB" dirty="0" err="1"/>
              <a:t>ut</a:t>
            </a:r>
            <a:r>
              <a:rPr lang="en-GB" dirty="0"/>
              <a:t> labore.</a:t>
            </a:r>
          </a:p>
          <a:p>
            <a:pPr lvl="0"/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do </a:t>
            </a:r>
            <a:r>
              <a:rPr lang="en-GB" dirty="0" err="1"/>
              <a:t>eiusmod</a:t>
            </a:r>
            <a:r>
              <a:rPr lang="en-GB" dirty="0"/>
              <a:t> </a:t>
            </a:r>
            <a:r>
              <a:rPr lang="en-GB" dirty="0" err="1"/>
              <a:t>tempor</a:t>
            </a:r>
            <a:r>
              <a:rPr lang="en-GB" dirty="0"/>
              <a:t> </a:t>
            </a:r>
            <a:r>
              <a:rPr lang="en-GB" dirty="0" err="1"/>
              <a:t>incididunt</a:t>
            </a:r>
            <a:r>
              <a:rPr lang="en-GB" dirty="0"/>
              <a:t> </a:t>
            </a:r>
            <a:r>
              <a:rPr lang="en-GB" dirty="0" err="1"/>
              <a:t>ut</a:t>
            </a:r>
            <a:r>
              <a:rPr lang="en-GB" dirty="0"/>
              <a:t> labore et dolore. 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do </a:t>
            </a:r>
            <a:r>
              <a:rPr lang="en-GB" dirty="0" err="1"/>
              <a:t>eiusmod</a:t>
            </a:r>
            <a:r>
              <a:rPr lang="en-GB" dirty="0"/>
              <a:t> </a:t>
            </a:r>
            <a:r>
              <a:rPr lang="en-GB" dirty="0" err="1"/>
              <a:t>tempor</a:t>
            </a:r>
            <a:r>
              <a:rPr lang="en-GB" dirty="0"/>
              <a:t> </a:t>
            </a:r>
            <a:r>
              <a:rPr lang="en-GB" dirty="0" err="1"/>
              <a:t>incididunt</a:t>
            </a:r>
            <a:r>
              <a:rPr lang="en-GB" dirty="0"/>
              <a:t> </a:t>
            </a:r>
            <a:r>
              <a:rPr lang="en-GB" dirty="0" err="1"/>
              <a:t>ut</a:t>
            </a:r>
            <a:r>
              <a:rPr lang="en-GB" dirty="0"/>
              <a:t> labore.</a:t>
            </a:r>
          </a:p>
        </p:txBody>
      </p:sp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C99E3E55-8166-7139-C253-102273D3657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8621" y="3504587"/>
            <a:ext cx="2929009" cy="2447544"/>
          </a:xfrm>
          <a:prstGeom prst="rect">
            <a:avLst/>
          </a:prstGeom>
        </p:spPr>
        <p:txBody>
          <a:bodyPr vert="horz" lIns="45720" tIns="45720" rIns="45720" bIns="45720" rtlCol="0" anchor="ctr">
            <a:noAutofit/>
          </a:bodyPr>
          <a:lstStyle>
            <a:lvl1pPr>
              <a:defRPr sz="2805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3616914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5760">
          <p15:clr>
            <a:srgbClr val="FBAE40"/>
          </p15:clr>
        </p15:guide>
        <p15:guide id="2" pos="1920">
          <p15:clr>
            <a:srgbClr val="FBAE4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alf Page Sky 2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886200" y="0"/>
            <a:ext cx="3886200" cy="10058400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35" b="0" i="0" dirty="0">
              <a:solidFill>
                <a:srgbClr val="0D274D"/>
              </a:solidFill>
              <a:latin typeface="CiscoSansTT ExtraLight" panose="020B0303020201020303" pitchFamily="34" charset="0"/>
            </a:endParaRP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12102193-3492-4BAB-8F98-FC7C55191E4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285856" y="1080348"/>
            <a:ext cx="3086890" cy="7897705"/>
          </a:xfrm>
          <a:prstGeom prst="rect">
            <a:avLst/>
          </a:prstGeom>
        </p:spPr>
        <p:txBody>
          <a:bodyPr lIns="45720" tIns="45720" rIns="45720" bIns="45720" anchor="ctr"/>
          <a:lstStyle>
            <a:lvl1pPr marL="0" marR="0" indent="0" algn="l" defTabSz="581576" rtl="0" eaLnBrk="1" fontAlgn="base" latinLnBrk="0" hangingPunct="1">
              <a:lnSpc>
                <a:spcPct val="95000"/>
              </a:lnSpc>
              <a:spcBef>
                <a:spcPts val="0"/>
              </a:spcBef>
              <a:spcAft>
                <a:spcPts val="893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None/>
              <a:tabLst/>
              <a:defRPr sz="893" b="0" i="0" baseline="0">
                <a:solidFill>
                  <a:schemeClr val="tx1"/>
                </a:solidFill>
                <a:latin typeface="+mn-lt"/>
                <a:cs typeface="CiscoSansTT Light" panose="020B0503020201020303" pitchFamily="34" charset="0"/>
              </a:defRPr>
            </a:lvl1pPr>
            <a:lvl2pPr marL="259062" indent="0">
              <a:buNone/>
              <a:defRPr/>
            </a:lvl2pPr>
            <a:lvl3pPr marL="363288" indent="0">
              <a:buNone/>
              <a:defRPr/>
            </a:lvl3pPr>
            <a:lvl4pPr marL="439187" indent="0">
              <a:buNone/>
              <a:defRPr/>
            </a:lvl4pPr>
            <a:lvl5pPr marL="511033" indent="0">
              <a:buNone/>
              <a:defRPr/>
            </a:lvl5pPr>
          </a:lstStyle>
          <a:p>
            <a:pPr lvl="0"/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do </a:t>
            </a:r>
            <a:r>
              <a:rPr lang="en-GB" dirty="0" err="1"/>
              <a:t>eiusmod</a:t>
            </a:r>
            <a:r>
              <a:rPr lang="en-GB" dirty="0"/>
              <a:t> </a:t>
            </a:r>
            <a:r>
              <a:rPr lang="en-GB" dirty="0" err="1"/>
              <a:t>tempor</a:t>
            </a:r>
            <a:r>
              <a:rPr lang="en-GB" dirty="0"/>
              <a:t> </a:t>
            </a:r>
            <a:r>
              <a:rPr lang="en-GB" dirty="0" err="1"/>
              <a:t>incididunt</a:t>
            </a:r>
            <a:r>
              <a:rPr lang="en-GB" dirty="0"/>
              <a:t> </a:t>
            </a:r>
            <a:r>
              <a:rPr lang="en-GB" dirty="0" err="1"/>
              <a:t>ut</a:t>
            </a:r>
            <a:r>
              <a:rPr lang="en-GB" dirty="0"/>
              <a:t> labore et dolore. 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do </a:t>
            </a:r>
            <a:r>
              <a:rPr lang="en-GB" dirty="0" err="1"/>
              <a:t>eiusmod</a:t>
            </a:r>
            <a:r>
              <a:rPr lang="en-GB" dirty="0"/>
              <a:t> </a:t>
            </a:r>
            <a:r>
              <a:rPr lang="en-GB" dirty="0" err="1"/>
              <a:t>tempor</a:t>
            </a:r>
            <a:r>
              <a:rPr lang="en-GB" dirty="0"/>
              <a:t> </a:t>
            </a:r>
            <a:r>
              <a:rPr lang="en-GB" dirty="0" err="1"/>
              <a:t>incididunt</a:t>
            </a:r>
            <a:r>
              <a:rPr lang="en-GB" dirty="0"/>
              <a:t> </a:t>
            </a:r>
            <a:r>
              <a:rPr lang="en-GB" dirty="0" err="1"/>
              <a:t>ut</a:t>
            </a:r>
            <a:r>
              <a:rPr lang="en-GB" dirty="0"/>
              <a:t> labore.</a:t>
            </a:r>
          </a:p>
          <a:p>
            <a:pPr lvl="0"/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do </a:t>
            </a:r>
            <a:r>
              <a:rPr lang="en-GB" dirty="0" err="1"/>
              <a:t>eiusmod</a:t>
            </a:r>
            <a:r>
              <a:rPr lang="en-GB" dirty="0"/>
              <a:t> </a:t>
            </a:r>
            <a:r>
              <a:rPr lang="en-GB" dirty="0" err="1"/>
              <a:t>tempor</a:t>
            </a:r>
            <a:r>
              <a:rPr lang="en-GB" dirty="0"/>
              <a:t> </a:t>
            </a:r>
            <a:r>
              <a:rPr lang="en-GB" dirty="0" err="1"/>
              <a:t>incididunt</a:t>
            </a:r>
            <a:r>
              <a:rPr lang="en-GB" dirty="0"/>
              <a:t> </a:t>
            </a:r>
            <a:r>
              <a:rPr lang="en-GB" dirty="0" err="1"/>
              <a:t>ut</a:t>
            </a:r>
            <a:r>
              <a:rPr lang="en-GB" dirty="0"/>
              <a:t> labore et dolore. 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do </a:t>
            </a:r>
            <a:r>
              <a:rPr lang="en-GB" dirty="0" err="1"/>
              <a:t>eiusmod</a:t>
            </a:r>
            <a:r>
              <a:rPr lang="en-GB" dirty="0"/>
              <a:t> </a:t>
            </a:r>
            <a:r>
              <a:rPr lang="en-GB" dirty="0" err="1"/>
              <a:t>tempor</a:t>
            </a:r>
            <a:r>
              <a:rPr lang="en-GB" dirty="0"/>
              <a:t> </a:t>
            </a:r>
            <a:r>
              <a:rPr lang="en-GB" dirty="0" err="1"/>
              <a:t>incididunt</a:t>
            </a:r>
            <a:r>
              <a:rPr lang="en-GB" dirty="0"/>
              <a:t> </a:t>
            </a:r>
            <a:r>
              <a:rPr lang="en-GB" dirty="0" err="1"/>
              <a:t>ut</a:t>
            </a:r>
            <a:r>
              <a:rPr lang="en-GB" dirty="0"/>
              <a:t> labore.</a:t>
            </a:r>
          </a:p>
          <a:p>
            <a:pPr lvl="0"/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do </a:t>
            </a:r>
            <a:r>
              <a:rPr lang="en-GB" dirty="0" err="1"/>
              <a:t>eiusmod</a:t>
            </a:r>
            <a:r>
              <a:rPr lang="en-GB" dirty="0"/>
              <a:t> </a:t>
            </a:r>
            <a:r>
              <a:rPr lang="en-GB" dirty="0" err="1"/>
              <a:t>tempor</a:t>
            </a:r>
            <a:r>
              <a:rPr lang="en-GB" dirty="0"/>
              <a:t> </a:t>
            </a:r>
            <a:r>
              <a:rPr lang="en-GB" dirty="0" err="1"/>
              <a:t>incididunt</a:t>
            </a:r>
            <a:r>
              <a:rPr lang="en-GB" dirty="0"/>
              <a:t> </a:t>
            </a:r>
            <a:r>
              <a:rPr lang="en-GB" dirty="0" err="1"/>
              <a:t>ut</a:t>
            </a:r>
            <a:r>
              <a:rPr lang="en-GB" dirty="0"/>
              <a:t> labore et dolore. 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do </a:t>
            </a:r>
            <a:r>
              <a:rPr lang="en-GB" dirty="0" err="1"/>
              <a:t>eiusmod</a:t>
            </a:r>
            <a:r>
              <a:rPr lang="en-GB" dirty="0"/>
              <a:t> </a:t>
            </a:r>
            <a:r>
              <a:rPr lang="en-GB" dirty="0" err="1"/>
              <a:t>tempor</a:t>
            </a:r>
            <a:r>
              <a:rPr lang="en-GB" dirty="0"/>
              <a:t> </a:t>
            </a:r>
            <a:r>
              <a:rPr lang="en-GB" dirty="0" err="1"/>
              <a:t>incididunt</a:t>
            </a:r>
            <a:r>
              <a:rPr lang="en-GB" dirty="0"/>
              <a:t> </a:t>
            </a:r>
            <a:r>
              <a:rPr lang="en-GB" dirty="0" err="1"/>
              <a:t>ut</a:t>
            </a:r>
            <a:r>
              <a:rPr lang="en-GB" dirty="0"/>
              <a:t> labore.</a:t>
            </a:r>
          </a:p>
          <a:p>
            <a:pPr lvl="0"/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do </a:t>
            </a:r>
            <a:r>
              <a:rPr lang="en-GB" dirty="0" err="1"/>
              <a:t>eiusmod</a:t>
            </a:r>
            <a:r>
              <a:rPr lang="en-GB" dirty="0"/>
              <a:t> </a:t>
            </a:r>
            <a:r>
              <a:rPr lang="en-GB" dirty="0" err="1"/>
              <a:t>tempor</a:t>
            </a:r>
            <a:r>
              <a:rPr lang="en-GB" dirty="0"/>
              <a:t> </a:t>
            </a:r>
            <a:r>
              <a:rPr lang="en-GB" dirty="0" err="1"/>
              <a:t>incididunt</a:t>
            </a:r>
            <a:r>
              <a:rPr lang="en-GB" dirty="0"/>
              <a:t> </a:t>
            </a:r>
            <a:r>
              <a:rPr lang="en-GB" dirty="0" err="1"/>
              <a:t>ut</a:t>
            </a:r>
            <a:r>
              <a:rPr lang="en-GB" dirty="0"/>
              <a:t> labore et dolore. 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do </a:t>
            </a:r>
            <a:r>
              <a:rPr lang="en-GB" dirty="0" err="1"/>
              <a:t>eiusmod</a:t>
            </a:r>
            <a:r>
              <a:rPr lang="en-GB" dirty="0"/>
              <a:t> </a:t>
            </a:r>
            <a:r>
              <a:rPr lang="en-GB" dirty="0" err="1"/>
              <a:t>tempor</a:t>
            </a:r>
            <a:r>
              <a:rPr lang="en-GB" dirty="0"/>
              <a:t> </a:t>
            </a:r>
            <a:r>
              <a:rPr lang="en-GB" dirty="0" err="1"/>
              <a:t>incididunt</a:t>
            </a:r>
            <a:r>
              <a:rPr lang="en-GB" dirty="0"/>
              <a:t> </a:t>
            </a:r>
            <a:r>
              <a:rPr lang="en-GB" dirty="0" err="1"/>
              <a:t>ut</a:t>
            </a:r>
            <a:r>
              <a:rPr lang="en-GB" dirty="0"/>
              <a:t> labore.</a:t>
            </a:r>
          </a:p>
          <a:p>
            <a:pPr lvl="0"/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do </a:t>
            </a:r>
            <a:r>
              <a:rPr lang="en-GB" dirty="0" err="1"/>
              <a:t>eiusmod</a:t>
            </a:r>
            <a:r>
              <a:rPr lang="en-GB" dirty="0"/>
              <a:t> </a:t>
            </a:r>
            <a:r>
              <a:rPr lang="en-GB" dirty="0" err="1"/>
              <a:t>tempor</a:t>
            </a:r>
            <a:r>
              <a:rPr lang="en-GB" dirty="0"/>
              <a:t> </a:t>
            </a:r>
            <a:r>
              <a:rPr lang="en-GB" dirty="0" err="1"/>
              <a:t>incididunt</a:t>
            </a:r>
            <a:r>
              <a:rPr lang="en-GB" dirty="0"/>
              <a:t> </a:t>
            </a:r>
            <a:r>
              <a:rPr lang="en-GB" dirty="0" err="1"/>
              <a:t>ut</a:t>
            </a:r>
            <a:r>
              <a:rPr lang="en-GB" dirty="0"/>
              <a:t> labore et dolore. 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do </a:t>
            </a:r>
            <a:r>
              <a:rPr lang="en-GB" dirty="0" err="1"/>
              <a:t>eiusmod</a:t>
            </a:r>
            <a:r>
              <a:rPr lang="en-GB" dirty="0"/>
              <a:t> </a:t>
            </a:r>
            <a:r>
              <a:rPr lang="en-GB" dirty="0" err="1"/>
              <a:t>tempor</a:t>
            </a:r>
            <a:r>
              <a:rPr lang="en-GB" dirty="0"/>
              <a:t> </a:t>
            </a:r>
            <a:r>
              <a:rPr lang="en-GB" dirty="0" err="1"/>
              <a:t>incididunt</a:t>
            </a:r>
            <a:r>
              <a:rPr lang="en-GB" dirty="0"/>
              <a:t> </a:t>
            </a:r>
            <a:r>
              <a:rPr lang="en-GB" dirty="0" err="1"/>
              <a:t>ut</a:t>
            </a:r>
            <a:r>
              <a:rPr lang="en-GB" dirty="0"/>
              <a:t> labore.</a:t>
            </a:r>
          </a:p>
        </p:txBody>
      </p:sp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1678C93B-D86B-F551-9504-47EEC4B636A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8621" y="3504587"/>
            <a:ext cx="2929009" cy="2447544"/>
          </a:xfrm>
          <a:prstGeom prst="rect">
            <a:avLst/>
          </a:prstGeom>
        </p:spPr>
        <p:txBody>
          <a:bodyPr vert="horz" lIns="45720" tIns="45720" rIns="45720" bIns="45720" rtlCol="0" anchor="ctr">
            <a:noAutofit/>
          </a:bodyPr>
          <a:lstStyle>
            <a:lvl1pPr>
              <a:defRPr sz="2805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547160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5760">
          <p15:clr>
            <a:srgbClr val="FBAE40"/>
          </p15:clr>
        </p15:guide>
        <p15:guide id="2" pos="1920">
          <p15:clr>
            <a:srgbClr val="FBAE4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alf Page Midnight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F336399-B83B-D450-D7E9-D04E0D0AE3D1}"/>
              </a:ext>
            </a:extLst>
          </p:cNvPr>
          <p:cNvSpPr/>
          <p:nvPr/>
        </p:nvSpPr>
        <p:spPr>
          <a:xfrm>
            <a:off x="3886200" y="0"/>
            <a:ext cx="3886200" cy="10058400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35" b="0" i="0" dirty="0">
              <a:solidFill>
                <a:srgbClr val="0D274D"/>
              </a:solidFill>
              <a:latin typeface="CiscoSansTT ExtraLight" panose="020B0303020201020303" pitchFamily="34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C7D05B-CC63-FBAA-768B-D092C4B2420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285856" y="1080348"/>
            <a:ext cx="3086890" cy="7897705"/>
          </a:xfrm>
          <a:prstGeom prst="rect">
            <a:avLst/>
          </a:prstGeom>
        </p:spPr>
        <p:txBody>
          <a:bodyPr lIns="45720" tIns="45720" rIns="45720" bIns="45720" anchor="ctr"/>
          <a:lstStyle>
            <a:lvl1pPr marL="0" marR="0" indent="0" algn="l" defTabSz="581576" rtl="0" eaLnBrk="1" fontAlgn="base" latinLnBrk="0" hangingPunct="1">
              <a:lnSpc>
                <a:spcPct val="95000"/>
              </a:lnSpc>
              <a:spcBef>
                <a:spcPts val="0"/>
              </a:spcBef>
              <a:spcAft>
                <a:spcPts val="893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None/>
              <a:tabLst/>
              <a:defRPr sz="893" b="0" i="0" baseline="0">
                <a:solidFill>
                  <a:schemeClr val="tx1"/>
                </a:solidFill>
                <a:latin typeface="+mn-lt"/>
                <a:cs typeface="CiscoSansTT Light" panose="020B0503020201020303" pitchFamily="34" charset="0"/>
              </a:defRPr>
            </a:lvl1pPr>
            <a:lvl2pPr marL="259062" indent="0">
              <a:buNone/>
              <a:defRPr/>
            </a:lvl2pPr>
            <a:lvl3pPr marL="363288" indent="0">
              <a:buNone/>
              <a:defRPr/>
            </a:lvl3pPr>
            <a:lvl4pPr marL="439187" indent="0">
              <a:buNone/>
              <a:defRPr/>
            </a:lvl4pPr>
            <a:lvl5pPr marL="511033" indent="0">
              <a:buNone/>
              <a:defRPr/>
            </a:lvl5pPr>
          </a:lstStyle>
          <a:p>
            <a:pPr lvl="0"/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do </a:t>
            </a:r>
            <a:r>
              <a:rPr lang="en-GB" dirty="0" err="1"/>
              <a:t>eiusmod</a:t>
            </a:r>
            <a:r>
              <a:rPr lang="en-GB" dirty="0"/>
              <a:t> </a:t>
            </a:r>
            <a:r>
              <a:rPr lang="en-GB" dirty="0" err="1"/>
              <a:t>tempor</a:t>
            </a:r>
            <a:r>
              <a:rPr lang="en-GB" dirty="0"/>
              <a:t> </a:t>
            </a:r>
            <a:r>
              <a:rPr lang="en-GB" dirty="0" err="1"/>
              <a:t>incididunt</a:t>
            </a:r>
            <a:r>
              <a:rPr lang="en-GB" dirty="0"/>
              <a:t> </a:t>
            </a:r>
            <a:r>
              <a:rPr lang="en-GB" dirty="0" err="1"/>
              <a:t>ut</a:t>
            </a:r>
            <a:r>
              <a:rPr lang="en-GB" dirty="0"/>
              <a:t> labore et dolore. 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do </a:t>
            </a:r>
            <a:r>
              <a:rPr lang="en-GB" dirty="0" err="1"/>
              <a:t>eiusmod</a:t>
            </a:r>
            <a:r>
              <a:rPr lang="en-GB" dirty="0"/>
              <a:t> </a:t>
            </a:r>
            <a:r>
              <a:rPr lang="en-GB" dirty="0" err="1"/>
              <a:t>tempor</a:t>
            </a:r>
            <a:r>
              <a:rPr lang="en-GB" dirty="0"/>
              <a:t> </a:t>
            </a:r>
            <a:r>
              <a:rPr lang="en-GB" dirty="0" err="1"/>
              <a:t>incididunt</a:t>
            </a:r>
            <a:r>
              <a:rPr lang="en-GB" dirty="0"/>
              <a:t> </a:t>
            </a:r>
            <a:r>
              <a:rPr lang="en-GB" dirty="0" err="1"/>
              <a:t>ut</a:t>
            </a:r>
            <a:r>
              <a:rPr lang="en-GB" dirty="0"/>
              <a:t> labore.</a:t>
            </a:r>
          </a:p>
          <a:p>
            <a:pPr lvl="0"/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do </a:t>
            </a:r>
            <a:r>
              <a:rPr lang="en-GB" dirty="0" err="1"/>
              <a:t>eiusmod</a:t>
            </a:r>
            <a:r>
              <a:rPr lang="en-GB" dirty="0"/>
              <a:t> </a:t>
            </a:r>
            <a:r>
              <a:rPr lang="en-GB" dirty="0" err="1"/>
              <a:t>tempor</a:t>
            </a:r>
            <a:r>
              <a:rPr lang="en-GB" dirty="0"/>
              <a:t> </a:t>
            </a:r>
            <a:r>
              <a:rPr lang="en-GB" dirty="0" err="1"/>
              <a:t>incididunt</a:t>
            </a:r>
            <a:r>
              <a:rPr lang="en-GB" dirty="0"/>
              <a:t> </a:t>
            </a:r>
            <a:r>
              <a:rPr lang="en-GB" dirty="0" err="1"/>
              <a:t>ut</a:t>
            </a:r>
            <a:r>
              <a:rPr lang="en-GB" dirty="0"/>
              <a:t> labore et dolore. 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do </a:t>
            </a:r>
            <a:r>
              <a:rPr lang="en-GB" dirty="0" err="1"/>
              <a:t>eiusmod</a:t>
            </a:r>
            <a:r>
              <a:rPr lang="en-GB" dirty="0"/>
              <a:t> </a:t>
            </a:r>
            <a:r>
              <a:rPr lang="en-GB" dirty="0" err="1"/>
              <a:t>tempor</a:t>
            </a:r>
            <a:r>
              <a:rPr lang="en-GB" dirty="0"/>
              <a:t> </a:t>
            </a:r>
            <a:r>
              <a:rPr lang="en-GB" dirty="0" err="1"/>
              <a:t>incididunt</a:t>
            </a:r>
            <a:r>
              <a:rPr lang="en-GB" dirty="0"/>
              <a:t> </a:t>
            </a:r>
            <a:r>
              <a:rPr lang="en-GB" dirty="0" err="1"/>
              <a:t>ut</a:t>
            </a:r>
            <a:r>
              <a:rPr lang="en-GB" dirty="0"/>
              <a:t> labore.</a:t>
            </a:r>
          </a:p>
          <a:p>
            <a:pPr lvl="0"/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do </a:t>
            </a:r>
            <a:r>
              <a:rPr lang="en-GB" dirty="0" err="1"/>
              <a:t>eiusmod</a:t>
            </a:r>
            <a:r>
              <a:rPr lang="en-GB" dirty="0"/>
              <a:t> </a:t>
            </a:r>
            <a:r>
              <a:rPr lang="en-GB" dirty="0" err="1"/>
              <a:t>tempor</a:t>
            </a:r>
            <a:r>
              <a:rPr lang="en-GB" dirty="0"/>
              <a:t> </a:t>
            </a:r>
            <a:r>
              <a:rPr lang="en-GB" dirty="0" err="1"/>
              <a:t>incididunt</a:t>
            </a:r>
            <a:r>
              <a:rPr lang="en-GB" dirty="0"/>
              <a:t> </a:t>
            </a:r>
            <a:r>
              <a:rPr lang="en-GB" dirty="0" err="1"/>
              <a:t>ut</a:t>
            </a:r>
            <a:r>
              <a:rPr lang="en-GB" dirty="0"/>
              <a:t> labore et dolore. 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do </a:t>
            </a:r>
            <a:r>
              <a:rPr lang="en-GB" dirty="0" err="1"/>
              <a:t>eiusmod</a:t>
            </a:r>
            <a:r>
              <a:rPr lang="en-GB" dirty="0"/>
              <a:t> </a:t>
            </a:r>
            <a:r>
              <a:rPr lang="en-GB" dirty="0" err="1"/>
              <a:t>tempor</a:t>
            </a:r>
            <a:r>
              <a:rPr lang="en-GB" dirty="0"/>
              <a:t> </a:t>
            </a:r>
            <a:r>
              <a:rPr lang="en-GB" dirty="0" err="1"/>
              <a:t>incididunt</a:t>
            </a:r>
            <a:r>
              <a:rPr lang="en-GB" dirty="0"/>
              <a:t> </a:t>
            </a:r>
            <a:r>
              <a:rPr lang="en-GB" dirty="0" err="1"/>
              <a:t>ut</a:t>
            </a:r>
            <a:r>
              <a:rPr lang="en-GB" dirty="0"/>
              <a:t> labore.</a:t>
            </a:r>
          </a:p>
          <a:p>
            <a:pPr lvl="0"/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do </a:t>
            </a:r>
            <a:r>
              <a:rPr lang="en-GB" dirty="0" err="1"/>
              <a:t>eiusmod</a:t>
            </a:r>
            <a:r>
              <a:rPr lang="en-GB" dirty="0"/>
              <a:t> </a:t>
            </a:r>
            <a:r>
              <a:rPr lang="en-GB" dirty="0" err="1"/>
              <a:t>tempor</a:t>
            </a:r>
            <a:r>
              <a:rPr lang="en-GB" dirty="0"/>
              <a:t> </a:t>
            </a:r>
            <a:r>
              <a:rPr lang="en-GB" dirty="0" err="1"/>
              <a:t>incididunt</a:t>
            </a:r>
            <a:r>
              <a:rPr lang="en-GB" dirty="0"/>
              <a:t> </a:t>
            </a:r>
            <a:r>
              <a:rPr lang="en-GB" dirty="0" err="1"/>
              <a:t>ut</a:t>
            </a:r>
            <a:r>
              <a:rPr lang="en-GB" dirty="0"/>
              <a:t> labore et dolore. 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do </a:t>
            </a:r>
            <a:r>
              <a:rPr lang="en-GB" dirty="0" err="1"/>
              <a:t>eiusmod</a:t>
            </a:r>
            <a:r>
              <a:rPr lang="en-GB" dirty="0"/>
              <a:t> </a:t>
            </a:r>
            <a:r>
              <a:rPr lang="en-GB" dirty="0" err="1"/>
              <a:t>tempor</a:t>
            </a:r>
            <a:r>
              <a:rPr lang="en-GB" dirty="0"/>
              <a:t> </a:t>
            </a:r>
            <a:r>
              <a:rPr lang="en-GB" dirty="0" err="1"/>
              <a:t>incididunt</a:t>
            </a:r>
            <a:r>
              <a:rPr lang="en-GB" dirty="0"/>
              <a:t> </a:t>
            </a:r>
            <a:r>
              <a:rPr lang="en-GB" dirty="0" err="1"/>
              <a:t>ut</a:t>
            </a:r>
            <a:r>
              <a:rPr lang="en-GB" dirty="0"/>
              <a:t> labore.</a:t>
            </a:r>
          </a:p>
          <a:p>
            <a:pPr lvl="0"/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do </a:t>
            </a:r>
            <a:r>
              <a:rPr lang="en-GB" dirty="0" err="1"/>
              <a:t>eiusmod</a:t>
            </a:r>
            <a:r>
              <a:rPr lang="en-GB" dirty="0"/>
              <a:t> </a:t>
            </a:r>
            <a:r>
              <a:rPr lang="en-GB" dirty="0" err="1"/>
              <a:t>tempor</a:t>
            </a:r>
            <a:r>
              <a:rPr lang="en-GB" dirty="0"/>
              <a:t> </a:t>
            </a:r>
            <a:r>
              <a:rPr lang="en-GB" dirty="0" err="1"/>
              <a:t>incididunt</a:t>
            </a:r>
            <a:r>
              <a:rPr lang="en-GB" dirty="0"/>
              <a:t> </a:t>
            </a:r>
            <a:r>
              <a:rPr lang="en-GB" dirty="0" err="1"/>
              <a:t>ut</a:t>
            </a:r>
            <a:r>
              <a:rPr lang="en-GB" dirty="0"/>
              <a:t> labore et dolore. 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do </a:t>
            </a:r>
            <a:r>
              <a:rPr lang="en-GB" dirty="0" err="1"/>
              <a:t>eiusmod</a:t>
            </a:r>
            <a:r>
              <a:rPr lang="en-GB" dirty="0"/>
              <a:t> </a:t>
            </a:r>
            <a:r>
              <a:rPr lang="en-GB" dirty="0" err="1"/>
              <a:t>tempor</a:t>
            </a:r>
            <a:r>
              <a:rPr lang="en-GB" dirty="0"/>
              <a:t> </a:t>
            </a:r>
            <a:r>
              <a:rPr lang="en-GB" dirty="0" err="1"/>
              <a:t>incididunt</a:t>
            </a:r>
            <a:r>
              <a:rPr lang="en-GB" dirty="0"/>
              <a:t> </a:t>
            </a:r>
            <a:r>
              <a:rPr lang="en-GB" dirty="0" err="1"/>
              <a:t>ut</a:t>
            </a:r>
            <a:r>
              <a:rPr lang="en-GB" dirty="0"/>
              <a:t> labore.</a:t>
            </a:r>
          </a:p>
        </p:txBody>
      </p:sp>
      <p:sp>
        <p:nvSpPr>
          <p:cNvPr id="11" name="Title Placeholder 1">
            <a:extLst>
              <a:ext uri="{FF2B5EF4-FFF2-40B4-BE49-F238E27FC236}">
                <a16:creationId xmlns:a16="http://schemas.microsoft.com/office/drawing/2014/main" id="{B356B89E-D2D7-929C-273F-CBC73FF73B6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8621" y="3504587"/>
            <a:ext cx="2929009" cy="2447544"/>
          </a:xfrm>
          <a:prstGeom prst="rect">
            <a:avLst/>
          </a:prstGeom>
        </p:spPr>
        <p:txBody>
          <a:bodyPr vert="horz" lIns="45720" tIns="45720" rIns="45720" bIns="45720" rtlCol="0" anchor="ctr">
            <a:noAutofit/>
          </a:bodyPr>
          <a:lstStyle>
            <a:lvl1pPr>
              <a:defRPr sz="2805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6363619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5760">
          <p15:clr>
            <a:srgbClr val="FBAE40"/>
          </p15:clr>
        </p15:guide>
        <p15:guide id="2" pos="1920">
          <p15:clr>
            <a:srgbClr val="FBAE40"/>
          </p15:clr>
        </p15:guide>
        <p15:guide id="3" pos="3672">
          <p15:clr>
            <a:srgbClr val="FBAE40"/>
          </p15:clr>
        </p15:guide>
        <p15:guide id="4" pos="1224">
          <p15:clr>
            <a:srgbClr val="FBAE4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alf Page White 3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AFD61106-D3DD-0F37-EFE8-57DD295D000B}"/>
              </a:ext>
            </a:extLst>
          </p:cNvPr>
          <p:cNvSpPr/>
          <p:nvPr/>
        </p:nvSpPr>
        <p:spPr>
          <a:xfrm>
            <a:off x="3886200" y="0"/>
            <a:ext cx="3886200" cy="10058400"/>
          </a:xfrm>
          <a:prstGeom prst="rect">
            <a:avLst/>
          </a:prstGeom>
          <a:solidFill>
            <a:schemeClr val="bg2">
              <a:lumMod val="9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0496D4BA-1A90-CD12-46A7-BEFF3610D8B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284536" y="1094431"/>
            <a:ext cx="3089529" cy="536448"/>
          </a:xfrm>
          <a:prstGeom prst="rect">
            <a:avLst/>
          </a:prstGeom>
        </p:spPr>
        <p:txBody>
          <a:bodyPr lIns="45720" tIns="45720" rIns="45720" bIns="45720" anchor="ctr"/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020" b="0" i="0" baseline="0">
                <a:solidFill>
                  <a:schemeClr val="tx1"/>
                </a:solidFill>
                <a:latin typeface="+mn-lt"/>
                <a:cs typeface="CiscoSansTT Light" panose="020B0503020201020303" pitchFamily="34" charset="0"/>
              </a:defRPr>
            </a:lvl1pPr>
            <a:lvl2pPr marL="259062" indent="0">
              <a:buNone/>
              <a:defRPr/>
            </a:lvl2pPr>
            <a:lvl3pPr marL="363288" indent="0">
              <a:buNone/>
              <a:defRPr/>
            </a:lvl3pPr>
            <a:lvl4pPr marL="439187" indent="0">
              <a:buNone/>
              <a:defRPr/>
            </a:lvl4pPr>
            <a:lvl5pPr marL="511033" indent="0">
              <a:buNone/>
              <a:defRPr/>
            </a:lvl5pPr>
          </a:lstStyle>
          <a:p>
            <a:pPr lvl="0"/>
            <a:r>
              <a:rPr lang="en-GB" dirty="0"/>
              <a:t>Subtitle</a:t>
            </a:r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E5754773-B320-74FF-360B-AE12573C9FE6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284536" y="3821547"/>
            <a:ext cx="3089529" cy="536448"/>
          </a:xfrm>
          <a:prstGeom prst="rect">
            <a:avLst/>
          </a:prstGeom>
        </p:spPr>
        <p:txBody>
          <a:bodyPr lIns="45720" tIns="45720" rIns="45720" bIns="45720" anchor="ctr"/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020" b="0" i="0" baseline="0">
                <a:solidFill>
                  <a:schemeClr val="tx1"/>
                </a:solidFill>
                <a:latin typeface="+mn-lt"/>
                <a:cs typeface="CiscoSansTT Light" panose="020B0503020201020303" pitchFamily="34" charset="0"/>
              </a:defRPr>
            </a:lvl1pPr>
            <a:lvl2pPr marL="259062" indent="0">
              <a:buNone/>
              <a:defRPr/>
            </a:lvl2pPr>
            <a:lvl3pPr marL="363288" indent="0">
              <a:buNone/>
              <a:defRPr/>
            </a:lvl3pPr>
            <a:lvl4pPr marL="439187" indent="0">
              <a:buNone/>
              <a:defRPr/>
            </a:lvl4pPr>
            <a:lvl5pPr marL="511033" indent="0">
              <a:buNone/>
              <a:defRPr/>
            </a:lvl5pPr>
          </a:lstStyle>
          <a:p>
            <a:pPr lvl="0"/>
            <a:r>
              <a:rPr lang="en-GB" dirty="0"/>
              <a:t>Subtitle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0E77DDFA-F376-BD29-5DEA-72F5308CBF7A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284536" y="6548662"/>
            <a:ext cx="3089529" cy="536448"/>
          </a:xfrm>
          <a:prstGeom prst="rect">
            <a:avLst/>
          </a:prstGeom>
        </p:spPr>
        <p:txBody>
          <a:bodyPr lIns="45720" tIns="45720" rIns="45720" bIns="45720" anchor="ctr"/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020" b="0" i="0" baseline="0">
                <a:solidFill>
                  <a:schemeClr val="tx1"/>
                </a:solidFill>
                <a:latin typeface="+mn-lt"/>
                <a:cs typeface="CiscoSansTT Light" panose="020B0503020201020303" pitchFamily="34" charset="0"/>
              </a:defRPr>
            </a:lvl1pPr>
            <a:lvl2pPr marL="259062" indent="0">
              <a:buNone/>
              <a:defRPr/>
            </a:lvl2pPr>
            <a:lvl3pPr marL="363288" indent="0">
              <a:buNone/>
              <a:defRPr/>
            </a:lvl3pPr>
            <a:lvl4pPr marL="439187" indent="0">
              <a:buNone/>
              <a:defRPr/>
            </a:lvl4pPr>
            <a:lvl5pPr marL="511033" indent="0">
              <a:buNone/>
              <a:defRPr/>
            </a:lvl5pPr>
          </a:lstStyle>
          <a:p>
            <a:pPr lvl="0"/>
            <a:r>
              <a:rPr lang="en-GB" dirty="0"/>
              <a:t>Subtitle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12102193-3492-4BAB-8F98-FC7C55191E4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284536" y="1828234"/>
            <a:ext cx="3089529" cy="1609344"/>
          </a:xfrm>
          <a:prstGeom prst="rect">
            <a:avLst/>
          </a:prstGeom>
        </p:spPr>
        <p:txBody>
          <a:bodyPr lIns="45720" tIns="45720" rIns="45720" bIns="45720"/>
          <a:lstStyle>
            <a:lvl1pPr marL="0" marR="0" indent="0" algn="l" defTabSz="581576" rtl="0" eaLnBrk="1" fontAlgn="base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None/>
              <a:tabLst/>
              <a:defRPr sz="893" b="0" i="0" baseline="0">
                <a:solidFill>
                  <a:schemeClr val="tx1"/>
                </a:solidFill>
                <a:latin typeface="+mn-lt"/>
                <a:cs typeface="CiscoSansTT Light" panose="020B0503020201020303" pitchFamily="34" charset="0"/>
              </a:defRPr>
            </a:lvl1pPr>
            <a:lvl2pPr marL="259062" indent="0">
              <a:buNone/>
              <a:defRPr/>
            </a:lvl2pPr>
            <a:lvl3pPr marL="363288" indent="0">
              <a:buNone/>
              <a:defRPr/>
            </a:lvl3pPr>
            <a:lvl4pPr marL="439187" indent="0">
              <a:buNone/>
              <a:defRPr/>
            </a:lvl4pPr>
            <a:lvl5pPr marL="511033" indent="0">
              <a:buNone/>
              <a:defRPr/>
            </a:lvl5pPr>
          </a:lstStyle>
          <a:p>
            <a:pPr lvl="0"/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do </a:t>
            </a:r>
            <a:r>
              <a:rPr lang="en-GB" dirty="0" err="1"/>
              <a:t>eiusmod</a:t>
            </a:r>
            <a:r>
              <a:rPr lang="en-GB" dirty="0"/>
              <a:t> </a:t>
            </a:r>
            <a:r>
              <a:rPr lang="en-GB" dirty="0" err="1"/>
              <a:t>tempor</a:t>
            </a:r>
            <a:r>
              <a:rPr lang="en-GB" dirty="0"/>
              <a:t> </a:t>
            </a:r>
            <a:r>
              <a:rPr lang="en-GB" dirty="0" err="1"/>
              <a:t>incididunt</a:t>
            </a:r>
            <a:r>
              <a:rPr lang="en-GB" dirty="0"/>
              <a:t> </a:t>
            </a:r>
            <a:r>
              <a:rPr lang="en-GB" dirty="0" err="1"/>
              <a:t>ut</a:t>
            </a:r>
            <a:r>
              <a:rPr lang="en-GB" dirty="0"/>
              <a:t> labore et dolore. 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do </a:t>
            </a:r>
            <a:r>
              <a:rPr lang="en-GB" dirty="0" err="1"/>
              <a:t>eiusmod</a:t>
            </a:r>
            <a:r>
              <a:rPr lang="en-GB" dirty="0"/>
              <a:t> </a:t>
            </a:r>
            <a:r>
              <a:rPr lang="en-GB" dirty="0" err="1"/>
              <a:t>tempor</a:t>
            </a:r>
            <a:r>
              <a:rPr lang="en-GB" dirty="0"/>
              <a:t> </a:t>
            </a:r>
            <a:r>
              <a:rPr lang="en-GB" dirty="0" err="1"/>
              <a:t>incididunt</a:t>
            </a:r>
            <a:r>
              <a:rPr lang="en-GB" dirty="0"/>
              <a:t> </a:t>
            </a:r>
            <a:r>
              <a:rPr lang="en-GB" dirty="0" err="1"/>
              <a:t>ut</a:t>
            </a:r>
            <a:r>
              <a:rPr lang="en-GB" dirty="0"/>
              <a:t> labore.</a:t>
            </a:r>
          </a:p>
          <a:p>
            <a:pPr lvl="0"/>
            <a:endParaRPr lang="en-GB" dirty="0"/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0A6491F4-97AD-1094-3D4C-75416A30CE37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284536" y="4555349"/>
            <a:ext cx="3089529" cy="1609344"/>
          </a:xfrm>
          <a:prstGeom prst="rect">
            <a:avLst/>
          </a:prstGeom>
        </p:spPr>
        <p:txBody>
          <a:bodyPr lIns="45720" tIns="45720" rIns="45720" bIns="45720"/>
          <a:lstStyle>
            <a:lvl1pPr marL="0" marR="0" indent="0" algn="l" defTabSz="581576" rtl="0" eaLnBrk="1" fontAlgn="base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None/>
              <a:tabLst/>
              <a:defRPr sz="893" b="0" i="0" baseline="0">
                <a:solidFill>
                  <a:schemeClr val="tx1"/>
                </a:solidFill>
                <a:latin typeface="+mn-lt"/>
                <a:cs typeface="CiscoSansTT Light" panose="020B0503020201020303" pitchFamily="34" charset="0"/>
              </a:defRPr>
            </a:lvl1pPr>
            <a:lvl2pPr marL="259062" indent="0">
              <a:buNone/>
              <a:defRPr/>
            </a:lvl2pPr>
            <a:lvl3pPr marL="363288" indent="0">
              <a:buNone/>
              <a:defRPr/>
            </a:lvl3pPr>
            <a:lvl4pPr marL="439187" indent="0">
              <a:buNone/>
              <a:defRPr/>
            </a:lvl4pPr>
            <a:lvl5pPr marL="511033" indent="0">
              <a:buNone/>
              <a:defRPr/>
            </a:lvl5pPr>
          </a:lstStyle>
          <a:p>
            <a:pPr lvl="0"/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do </a:t>
            </a:r>
            <a:r>
              <a:rPr lang="en-GB" dirty="0" err="1"/>
              <a:t>eiusmod</a:t>
            </a:r>
            <a:r>
              <a:rPr lang="en-GB" dirty="0"/>
              <a:t> </a:t>
            </a:r>
            <a:r>
              <a:rPr lang="en-GB" dirty="0" err="1"/>
              <a:t>tempor</a:t>
            </a:r>
            <a:r>
              <a:rPr lang="en-GB" dirty="0"/>
              <a:t> </a:t>
            </a:r>
            <a:r>
              <a:rPr lang="en-GB" dirty="0" err="1"/>
              <a:t>incididunt</a:t>
            </a:r>
            <a:r>
              <a:rPr lang="en-GB" dirty="0"/>
              <a:t> </a:t>
            </a:r>
            <a:r>
              <a:rPr lang="en-GB" dirty="0" err="1"/>
              <a:t>ut</a:t>
            </a:r>
            <a:r>
              <a:rPr lang="en-GB" dirty="0"/>
              <a:t> labore et dolore. 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do </a:t>
            </a:r>
            <a:r>
              <a:rPr lang="en-GB" dirty="0" err="1"/>
              <a:t>eiusmod</a:t>
            </a:r>
            <a:r>
              <a:rPr lang="en-GB" dirty="0"/>
              <a:t> </a:t>
            </a:r>
            <a:r>
              <a:rPr lang="en-GB" dirty="0" err="1"/>
              <a:t>tempor</a:t>
            </a:r>
            <a:r>
              <a:rPr lang="en-GB" dirty="0"/>
              <a:t> </a:t>
            </a:r>
            <a:r>
              <a:rPr lang="en-GB" dirty="0" err="1"/>
              <a:t>incididunt</a:t>
            </a:r>
            <a:r>
              <a:rPr lang="en-GB" dirty="0"/>
              <a:t> </a:t>
            </a:r>
            <a:r>
              <a:rPr lang="en-GB" dirty="0" err="1"/>
              <a:t>ut</a:t>
            </a:r>
            <a:r>
              <a:rPr lang="en-GB" dirty="0"/>
              <a:t> labore.</a:t>
            </a:r>
          </a:p>
          <a:p>
            <a:pPr lvl="0"/>
            <a:endParaRPr lang="en-GB" dirty="0"/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792FD8C7-8C8B-6909-C32B-EAA567C1FEF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284536" y="7282463"/>
            <a:ext cx="3089529" cy="1609344"/>
          </a:xfrm>
          <a:prstGeom prst="rect">
            <a:avLst/>
          </a:prstGeom>
        </p:spPr>
        <p:txBody>
          <a:bodyPr lIns="45720" tIns="45720" rIns="45720" bIns="45720"/>
          <a:lstStyle>
            <a:lvl1pPr marL="0" marR="0" indent="0" algn="l" defTabSz="581576" rtl="0" eaLnBrk="1" fontAlgn="base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None/>
              <a:tabLst/>
              <a:defRPr sz="893" b="0" i="0" baseline="0">
                <a:solidFill>
                  <a:schemeClr val="tx1"/>
                </a:solidFill>
                <a:latin typeface="+mn-lt"/>
                <a:cs typeface="CiscoSansTT Light" panose="020B0503020201020303" pitchFamily="34" charset="0"/>
              </a:defRPr>
            </a:lvl1pPr>
            <a:lvl2pPr marL="259062" indent="0">
              <a:buNone/>
              <a:defRPr/>
            </a:lvl2pPr>
            <a:lvl3pPr marL="363288" indent="0">
              <a:buNone/>
              <a:defRPr/>
            </a:lvl3pPr>
            <a:lvl4pPr marL="439187" indent="0">
              <a:buNone/>
              <a:defRPr/>
            </a:lvl4pPr>
            <a:lvl5pPr marL="511033" indent="0">
              <a:buNone/>
              <a:defRPr/>
            </a:lvl5pPr>
          </a:lstStyle>
          <a:p>
            <a:pPr lvl="0"/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do </a:t>
            </a:r>
            <a:r>
              <a:rPr lang="en-GB" dirty="0" err="1"/>
              <a:t>eiusmod</a:t>
            </a:r>
            <a:r>
              <a:rPr lang="en-GB" dirty="0"/>
              <a:t> </a:t>
            </a:r>
            <a:r>
              <a:rPr lang="en-GB" dirty="0" err="1"/>
              <a:t>tempor</a:t>
            </a:r>
            <a:r>
              <a:rPr lang="en-GB" dirty="0"/>
              <a:t> </a:t>
            </a:r>
            <a:r>
              <a:rPr lang="en-GB" dirty="0" err="1"/>
              <a:t>incididunt</a:t>
            </a:r>
            <a:r>
              <a:rPr lang="en-GB" dirty="0"/>
              <a:t> </a:t>
            </a:r>
            <a:r>
              <a:rPr lang="en-GB" dirty="0" err="1"/>
              <a:t>ut</a:t>
            </a:r>
            <a:r>
              <a:rPr lang="en-GB" dirty="0"/>
              <a:t> labore et dolore. 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do </a:t>
            </a:r>
            <a:r>
              <a:rPr lang="en-GB" dirty="0" err="1"/>
              <a:t>eiusmod</a:t>
            </a:r>
            <a:r>
              <a:rPr lang="en-GB" dirty="0"/>
              <a:t> </a:t>
            </a:r>
            <a:r>
              <a:rPr lang="en-GB" dirty="0" err="1"/>
              <a:t>tempor</a:t>
            </a:r>
            <a:r>
              <a:rPr lang="en-GB" dirty="0"/>
              <a:t> </a:t>
            </a:r>
            <a:r>
              <a:rPr lang="en-GB" dirty="0" err="1"/>
              <a:t>incididunt</a:t>
            </a:r>
            <a:r>
              <a:rPr lang="en-GB" dirty="0"/>
              <a:t> </a:t>
            </a:r>
            <a:r>
              <a:rPr lang="en-GB" dirty="0" err="1"/>
              <a:t>ut</a:t>
            </a:r>
            <a:r>
              <a:rPr lang="en-GB" dirty="0"/>
              <a:t> labore.</a:t>
            </a:r>
          </a:p>
          <a:p>
            <a:pPr lvl="0"/>
            <a:endParaRPr lang="en-GB" dirty="0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D97C18FD-8F1B-2986-B145-F4D51FBC379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02980" y="633307"/>
            <a:ext cx="2914650" cy="447040"/>
          </a:xfrm>
          <a:prstGeom prst="rect">
            <a:avLst/>
          </a:prstGeom>
        </p:spPr>
        <p:txBody>
          <a:bodyPr lIns="45720" tIns="45720" rIns="45720" bIns="45720"/>
          <a:lstStyle>
            <a:lvl1pPr marL="0" indent="0">
              <a:buFont typeface="Arial" panose="020B0604020202020204" pitchFamily="34" charset="0"/>
              <a:buNone/>
              <a:defRPr sz="893" b="0" i="0" baseline="0">
                <a:solidFill>
                  <a:schemeClr val="tx1"/>
                </a:solidFill>
                <a:latin typeface="CiscoSansTT Light" panose="020B0503020201020303" pitchFamily="34" charset="0"/>
                <a:cs typeface="CiscoSansTT Light" panose="020B0503020201020303" pitchFamily="34" charset="0"/>
              </a:defRPr>
            </a:lvl1pPr>
            <a:lvl2pPr marL="259062" indent="0">
              <a:buNone/>
              <a:defRPr/>
            </a:lvl2pPr>
            <a:lvl3pPr marL="363288" indent="0">
              <a:buNone/>
              <a:defRPr/>
            </a:lvl3pPr>
            <a:lvl4pPr marL="439187" indent="0">
              <a:buNone/>
              <a:defRPr/>
            </a:lvl4pPr>
            <a:lvl5pPr marL="511033" indent="0">
              <a:buNone/>
              <a:defRPr/>
            </a:lvl5pPr>
          </a:lstStyle>
          <a:p>
            <a:pPr lvl="0"/>
            <a:r>
              <a:rPr lang="en-GB" dirty="0"/>
              <a:t>Section title</a:t>
            </a:r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88961B96-5529-2E18-4428-44E2322295A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8621" y="3504587"/>
            <a:ext cx="2929009" cy="2447544"/>
          </a:xfrm>
          <a:prstGeom prst="rect">
            <a:avLst/>
          </a:prstGeom>
        </p:spPr>
        <p:txBody>
          <a:bodyPr vert="horz" lIns="45720" tIns="45720" rIns="45720" bIns="45720" rtlCol="0" anchor="ctr">
            <a:noAutofit/>
          </a:bodyPr>
          <a:lstStyle>
            <a:lvl1pPr>
              <a:defRPr sz="2805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7601465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5760">
          <p15:clr>
            <a:srgbClr val="FBAE40"/>
          </p15:clr>
        </p15:guide>
        <p15:guide id="2" pos="1920">
          <p15:clr>
            <a:srgbClr val="FBAE4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alf Page Sky 3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4FA5D03-02A4-EA4A-094B-A8B636BEEA62}"/>
              </a:ext>
            </a:extLst>
          </p:cNvPr>
          <p:cNvSpPr/>
          <p:nvPr/>
        </p:nvSpPr>
        <p:spPr>
          <a:xfrm>
            <a:off x="3886200" y="0"/>
            <a:ext cx="3886200" cy="10058400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BAE8E5E8-2C0F-35E1-4BBC-22A54E53D00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284536" y="1094431"/>
            <a:ext cx="3089529" cy="536448"/>
          </a:xfrm>
          <a:prstGeom prst="rect">
            <a:avLst/>
          </a:prstGeom>
        </p:spPr>
        <p:txBody>
          <a:bodyPr lIns="45720" tIns="45720" rIns="45720" bIns="45720" anchor="ctr"/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020" b="0" i="0" baseline="0">
                <a:solidFill>
                  <a:schemeClr val="tx1"/>
                </a:solidFill>
                <a:latin typeface="+mn-lt"/>
                <a:cs typeface="CiscoSansTT Light" panose="020B0503020201020303" pitchFamily="34" charset="0"/>
              </a:defRPr>
            </a:lvl1pPr>
            <a:lvl2pPr marL="259062" indent="0">
              <a:buNone/>
              <a:defRPr/>
            </a:lvl2pPr>
            <a:lvl3pPr marL="363288" indent="0">
              <a:buNone/>
              <a:defRPr/>
            </a:lvl3pPr>
            <a:lvl4pPr marL="439187" indent="0">
              <a:buNone/>
              <a:defRPr/>
            </a:lvl4pPr>
            <a:lvl5pPr marL="511033" indent="0">
              <a:buNone/>
              <a:defRPr/>
            </a:lvl5pPr>
          </a:lstStyle>
          <a:p>
            <a:pPr lvl="0"/>
            <a:r>
              <a:rPr lang="en-GB" dirty="0"/>
              <a:t>Subtitle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B8CA8218-1F96-926F-0917-A1DA9EC3D62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284536" y="3821547"/>
            <a:ext cx="3089529" cy="536448"/>
          </a:xfrm>
          <a:prstGeom prst="rect">
            <a:avLst/>
          </a:prstGeom>
        </p:spPr>
        <p:txBody>
          <a:bodyPr lIns="45720" tIns="45720" rIns="45720" bIns="45720" anchor="ctr"/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020" b="0" i="0" baseline="0">
                <a:solidFill>
                  <a:schemeClr val="tx1"/>
                </a:solidFill>
                <a:latin typeface="+mn-lt"/>
                <a:cs typeface="CiscoSansTT Light" panose="020B0503020201020303" pitchFamily="34" charset="0"/>
              </a:defRPr>
            </a:lvl1pPr>
            <a:lvl2pPr marL="259062" indent="0">
              <a:buNone/>
              <a:defRPr/>
            </a:lvl2pPr>
            <a:lvl3pPr marL="363288" indent="0">
              <a:buNone/>
              <a:defRPr/>
            </a:lvl3pPr>
            <a:lvl4pPr marL="439187" indent="0">
              <a:buNone/>
              <a:defRPr/>
            </a:lvl4pPr>
            <a:lvl5pPr marL="511033" indent="0">
              <a:buNone/>
              <a:defRPr/>
            </a:lvl5pPr>
          </a:lstStyle>
          <a:p>
            <a:pPr lvl="0"/>
            <a:r>
              <a:rPr lang="en-GB" dirty="0"/>
              <a:t>Subtitle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5DA6A0B3-3F42-9922-BAAE-F792CABE6A62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284536" y="6548662"/>
            <a:ext cx="3089529" cy="536448"/>
          </a:xfrm>
          <a:prstGeom prst="rect">
            <a:avLst/>
          </a:prstGeom>
        </p:spPr>
        <p:txBody>
          <a:bodyPr lIns="45720" tIns="45720" rIns="45720" bIns="45720" anchor="ctr"/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020" b="0" i="0" baseline="0">
                <a:solidFill>
                  <a:schemeClr val="tx1"/>
                </a:solidFill>
                <a:latin typeface="+mn-lt"/>
                <a:cs typeface="CiscoSansTT Light" panose="020B0503020201020303" pitchFamily="34" charset="0"/>
              </a:defRPr>
            </a:lvl1pPr>
            <a:lvl2pPr marL="259062" indent="0">
              <a:buNone/>
              <a:defRPr/>
            </a:lvl2pPr>
            <a:lvl3pPr marL="363288" indent="0">
              <a:buNone/>
              <a:defRPr/>
            </a:lvl3pPr>
            <a:lvl4pPr marL="439187" indent="0">
              <a:buNone/>
              <a:defRPr/>
            </a:lvl4pPr>
            <a:lvl5pPr marL="511033" indent="0">
              <a:buNone/>
              <a:defRPr/>
            </a:lvl5pPr>
          </a:lstStyle>
          <a:p>
            <a:pPr lvl="0"/>
            <a:r>
              <a:rPr lang="en-GB" dirty="0"/>
              <a:t>Subtitle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A0A54D0A-2CB9-C133-9718-79E64013583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284536" y="1828234"/>
            <a:ext cx="3089529" cy="1609344"/>
          </a:xfrm>
          <a:prstGeom prst="rect">
            <a:avLst/>
          </a:prstGeom>
        </p:spPr>
        <p:txBody>
          <a:bodyPr lIns="45720" tIns="45720" rIns="45720" bIns="45720"/>
          <a:lstStyle>
            <a:lvl1pPr marL="0" marR="0" indent="0" algn="l" defTabSz="581576" rtl="0" eaLnBrk="1" fontAlgn="base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None/>
              <a:tabLst/>
              <a:defRPr sz="893" b="0" i="0" baseline="0">
                <a:solidFill>
                  <a:schemeClr val="tx1"/>
                </a:solidFill>
                <a:latin typeface="+mn-lt"/>
                <a:cs typeface="CiscoSansTT Light" panose="020B0503020201020303" pitchFamily="34" charset="0"/>
              </a:defRPr>
            </a:lvl1pPr>
            <a:lvl2pPr marL="259062" indent="0">
              <a:buNone/>
              <a:defRPr/>
            </a:lvl2pPr>
            <a:lvl3pPr marL="363288" indent="0">
              <a:buNone/>
              <a:defRPr/>
            </a:lvl3pPr>
            <a:lvl4pPr marL="439187" indent="0">
              <a:buNone/>
              <a:defRPr/>
            </a:lvl4pPr>
            <a:lvl5pPr marL="511033" indent="0">
              <a:buNone/>
              <a:defRPr/>
            </a:lvl5pPr>
          </a:lstStyle>
          <a:p>
            <a:pPr lvl="0"/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do </a:t>
            </a:r>
            <a:r>
              <a:rPr lang="en-GB" dirty="0" err="1"/>
              <a:t>eiusmod</a:t>
            </a:r>
            <a:r>
              <a:rPr lang="en-GB" dirty="0"/>
              <a:t> </a:t>
            </a:r>
            <a:r>
              <a:rPr lang="en-GB" dirty="0" err="1"/>
              <a:t>tempor</a:t>
            </a:r>
            <a:r>
              <a:rPr lang="en-GB" dirty="0"/>
              <a:t> </a:t>
            </a:r>
            <a:r>
              <a:rPr lang="en-GB" dirty="0" err="1"/>
              <a:t>incididunt</a:t>
            </a:r>
            <a:r>
              <a:rPr lang="en-GB" dirty="0"/>
              <a:t> </a:t>
            </a:r>
            <a:r>
              <a:rPr lang="en-GB" dirty="0" err="1"/>
              <a:t>ut</a:t>
            </a:r>
            <a:r>
              <a:rPr lang="en-GB" dirty="0"/>
              <a:t> labore et dolore. 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do </a:t>
            </a:r>
            <a:r>
              <a:rPr lang="en-GB" dirty="0" err="1"/>
              <a:t>eiusmod</a:t>
            </a:r>
            <a:r>
              <a:rPr lang="en-GB" dirty="0"/>
              <a:t> </a:t>
            </a:r>
            <a:r>
              <a:rPr lang="en-GB" dirty="0" err="1"/>
              <a:t>tempor</a:t>
            </a:r>
            <a:r>
              <a:rPr lang="en-GB" dirty="0"/>
              <a:t> </a:t>
            </a:r>
            <a:r>
              <a:rPr lang="en-GB" dirty="0" err="1"/>
              <a:t>incididunt</a:t>
            </a:r>
            <a:r>
              <a:rPr lang="en-GB" dirty="0"/>
              <a:t> </a:t>
            </a:r>
            <a:r>
              <a:rPr lang="en-GB" dirty="0" err="1"/>
              <a:t>ut</a:t>
            </a:r>
            <a:r>
              <a:rPr lang="en-GB" dirty="0"/>
              <a:t> labore.</a:t>
            </a:r>
          </a:p>
          <a:p>
            <a:pPr lvl="0"/>
            <a:endParaRPr lang="en-GB" dirty="0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FE7857C7-CFC6-7ADB-633F-1D3BDB556DC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284536" y="4555349"/>
            <a:ext cx="3089529" cy="1609344"/>
          </a:xfrm>
          <a:prstGeom prst="rect">
            <a:avLst/>
          </a:prstGeom>
        </p:spPr>
        <p:txBody>
          <a:bodyPr lIns="45720" tIns="45720" rIns="45720" bIns="45720"/>
          <a:lstStyle>
            <a:lvl1pPr marL="0" marR="0" indent="0" algn="l" defTabSz="581576" rtl="0" eaLnBrk="1" fontAlgn="base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None/>
              <a:tabLst/>
              <a:defRPr sz="893" b="0" i="0" baseline="0">
                <a:solidFill>
                  <a:schemeClr val="tx1"/>
                </a:solidFill>
                <a:latin typeface="+mn-lt"/>
                <a:cs typeface="CiscoSansTT Light" panose="020B0503020201020303" pitchFamily="34" charset="0"/>
              </a:defRPr>
            </a:lvl1pPr>
            <a:lvl2pPr marL="259062" indent="0">
              <a:buNone/>
              <a:defRPr/>
            </a:lvl2pPr>
            <a:lvl3pPr marL="363288" indent="0">
              <a:buNone/>
              <a:defRPr/>
            </a:lvl3pPr>
            <a:lvl4pPr marL="439187" indent="0">
              <a:buNone/>
              <a:defRPr/>
            </a:lvl4pPr>
            <a:lvl5pPr marL="511033" indent="0">
              <a:buNone/>
              <a:defRPr/>
            </a:lvl5pPr>
          </a:lstStyle>
          <a:p>
            <a:pPr lvl="0"/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do </a:t>
            </a:r>
            <a:r>
              <a:rPr lang="en-GB" dirty="0" err="1"/>
              <a:t>eiusmod</a:t>
            </a:r>
            <a:r>
              <a:rPr lang="en-GB" dirty="0"/>
              <a:t> </a:t>
            </a:r>
            <a:r>
              <a:rPr lang="en-GB" dirty="0" err="1"/>
              <a:t>tempor</a:t>
            </a:r>
            <a:r>
              <a:rPr lang="en-GB" dirty="0"/>
              <a:t> </a:t>
            </a:r>
            <a:r>
              <a:rPr lang="en-GB" dirty="0" err="1"/>
              <a:t>incididunt</a:t>
            </a:r>
            <a:r>
              <a:rPr lang="en-GB" dirty="0"/>
              <a:t> </a:t>
            </a:r>
            <a:r>
              <a:rPr lang="en-GB" dirty="0" err="1"/>
              <a:t>ut</a:t>
            </a:r>
            <a:r>
              <a:rPr lang="en-GB" dirty="0"/>
              <a:t> labore et dolore. 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do </a:t>
            </a:r>
            <a:r>
              <a:rPr lang="en-GB" dirty="0" err="1"/>
              <a:t>eiusmod</a:t>
            </a:r>
            <a:r>
              <a:rPr lang="en-GB" dirty="0"/>
              <a:t> </a:t>
            </a:r>
            <a:r>
              <a:rPr lang="en-GB" dirty="0" err="1"/>
              <a:t>tempor</a:t>
            </a:r>
            <a:r>
              <a:rPr lang="en-GB" dirty="0"/>
              <a:t> </a:t>
            </a:r>
            <a:r>
              <a:rPr lang="en-GB" dirty="0" err="1"/>
              <a:t>incididunt</a:t>
            </a:r>
            <a:r>
              <a:rPr lang="en-GB" dirty="0"/>
              <a:t> </a:t>
            </a:r>
            <a:r>
              <a:rPr lang="en-GB" dirty="0" err="1"/>
              <a:t>ut</a:t>
            </a:r>
            <a:r>
              <a:rPr lang="en-GB" dirty="0"/>
              <a:t> labore.</a:t>
            </a:r>
          </a:p>
          <a:p>
            <a:pPr lvl="0"/>
            <a:endParaRPr lang="en-GB" dirty="0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3956A5C8-C1EE-D5F1-1FDE-C826F9C25E5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284536" y="7282463"/>
            <a:ext cx="3089529" cy="1609344"/>
          </a:xfrm>
          <a:prstGeom prst="rect">
            <a:avLst/>
          </a:prstGeom>
        </p:spPr>
        <p:txBody>
          <a:bodyPr lIns="45720" tIns="45720" rIns="45720" bIns="45720"/>
          <a:lstStyle>
            <a:lvl1pPr marL="0" marR="0" indent="0" algn="l" defTabSz="581576" rtl="0" eaLnBrk="1" fontAlgn="base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None/>
              <a:tabLst/>
              <a:defRPr sz="893" b="0" i="0" baseline="0">
                <a:solidFill>
                  <a:schemeClr val="tx1"/>
                </a:solidFill>
                <a:latin typeface="+mn-lt"/>
                <a:cs typeface="CiscoSansTT Light" panose="020B0503020201020303" pitchFamily="34" charset="0"/>
              </a:defRPr>
            </a:lvl1pPr>
            <a:lvl2pPr marL="259062" indent="0">
              <a:buNone/>
              <a:defRPr/>
            </a:lvl2pPr>
            <a:lvl3pPr marL="363288" indent="0">
              <a:buNone/>
              <a:defRPr/>
            </a:lvl3pPr>
            <a:lvl4pPr marL="439187" indent="0">
              <a:buNone/>
              <a:defRPr/>
            </a:lvl4pPr>
            <a:lvl5pPr marL="511033" indent="0">
              <a:buNone/>
              <a:defRPr/>
            </a:lvl5pPr>
          </a:lstStyle>
          <a:p>
            <a:pPr lvl="0"/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do </a:t>
            </a:r>
            <a:r>
              <a:rPr lang="en-GB" dirty="0" err="1"/>
              <a:t>eiusmod</a:t>
            </a:r>
            <a:r>
              <a:rPr lang="en-GB" dirty="0"/>
              <a:t> </a:t>
            </a:r>
            <a:r>
              <a:rPr lang="en-GB" dirty="0" err="1"/>
              <a:t>tempor</a:t>
            </a:r>
            <a:r>
              <a:rPr lang="en-GB" dirty="0"/>
              <a:t> </a:t>
            </a:r>
            <a:r>
              <a:rPr lang="en-GB" dirty="0" err="1"/>
              <a:t>incididunt</a:t>
            </a:r>
            <a:r>
              <a:rPr lang="en-GB" dirty="0"/>
              <a:t> </a:t>
            </a:r>
            <a:r>
              <a:rPr lang="en-GB" dirty="0" err="1"/>
              <a:t>ut</a:t>
            </a:r>
            <a:r>
              <a:rPr lang="en-GB" dirty="0"/>
              <a:t> labore et dolore. 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do </a:t>
            </a:r>
            <a:r>
              <a:rPr lang="en-GB" dirty="0" err="1"/>
              <a:t>eiusmod</a:t>
            </a:r>
            <a:r>
              <a:rPr lang="en-GB" dirty="0"/>
              <a:t> </a:t>
            </a:r>
            <a:r>
              <a:rPr lang="en-GB" dirty="0" err="1"/>
              <a:t>tempor</a:t>
            </a:r>
            <a:r>
              <a:rPr lang="en-GB" dirty="0"/>
              <a:t> </a:t>
            </a:r>
            <a:r>
              <a:rPr lang="en-GB" dirty="0" err="1"/>
              <a:t>incididunt</a:t>
            </a:r>
            <a:r>
              <a:rPr lang="en-GB" dirty="0"/>
              <a:t> </a:t>
            </a:r>
            <a:r>
              <a:rPr lang="en-GB" dirty="0" err="1"/>
              <a:t>ut</a:t>
            </a:r>
            <a:r>
              <a:rPr lang="en-GB" dirty="0"/>
              <a:t> labore.</a:t>
            </a:r>
          </a:p>
          <a:p>
            <a:pPr lvl="0"/>
            <a:endParaRPr lang="en-GB" dirty="0"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596C5BB2-EAA0-1030-EEEE-5D28A08C67B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02980" y="633307"/>
            <a:ext cx="2914650" cy="447040"/>
          </a:xfrm>
          <a:prstGeom prst="rect">
            <a:avLst/>
          </a:prstGeom>
        </p:spPr>
        <p:txBody>
          <a:bodyPr lIns="45720" tIns="45720" rIns="45720" bIns="45720"/>
          <a:lstStyle>
            <a:lvl1pPr marL="0" indent="0">
              <a:buFont typeface="Arial" panose="020B0604020202020204" pitchFamily="34" charset="0"/>
              <a:buNone/>
              <a:defRPr sz="893" b="0" i="0" baseline="0">
                <a:solidFill>
                  <a:schemeClr val="tx1"/>
                </a:solidFill>
                <a:latin typeface="CiscoSansTT Light" panose="020B0503020201020303" pitchFamily="34" charset="0"/>
                <a:cs typeface="CiscoSansTT Light" panose="020B0503020201020303" pitchFamily="34" charset="0"/>
              </a:defRPr>
            </a:lvl1pPr>
            <a:lvl2pPr marL="259062" indent="0">
              <a:buNone/>
              <a:defRPr/>
            </a:lvl2pPr>
            <a:lvl3pPr marL="363288" indent="0">
              <a:buNone/>
              <a:defRPr/>
            </a:lvl3pPr>
            <a:lvl4pPr marL="439187" indent="0">
              <a:buNone/>
              <a:defRPr/>
            </a:lvl4pPr>
            <a:lvl5pPr marL="511033" indent="0">
              <a:buNone/>
              <a:defRPr/>
            </a:lvl5pPr>
          </a:lstStyle>
          <a:p>
            <a:pPr lvl="0"/>
            <a:r>
              <a:rPr lang="en-GB" dirty="0"/>
              <a:t>Section title</a:t>
            </a:r>
          </a:p>
        </p:txBody>
      </p:sp>
      <p:sp>
        <p:nvSpPr>
          <p:cNvPr id="14" name="Title Placeholder 1">
            <a:extLst>
              <a:ext uri="{FF2B5EF4-FFF2-40B4-BE49-F238E27FC236}">
                <a16:creationId xmlns:a16="http://schemas.microsoft.com/office/drawing/2014/main" id="{09AC8211-966A-8BD9-DA4C-39DC7380ADE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8621" y="3504587"/>
            <a:ext cx="2929009" cy="2447544"/>
          </a:xfrm>
          <a:prstGeom prst="rect">
            <a:avLst/>
          </a:prstGeom>
        </p:spPr>
        <p:txBody>
          <a:bodyPr vert="horz" lIns="45720" tIns="45720" rIns="45720" bIns="45720" rtlCol="0" anchor="ctr">
            <a:noAutofit/>
          </a:bodyPr>
          <a:lstStyle>
            <a:lvl1pPr>
              <a:defRPr sz="2805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3466789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5760">
          <p15:clr>
            <a:srgbClr val="FBAE40"/>
          </p15:clr>
        </p15:guide>
        <p15:guide id="2" pos="1920">
          <p15:clr>
            <a:srgbClr val="FBAE40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alf Page Midnight 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E41C29C-6FEC-2B4F-8596-2BF88EE08B54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28507" y="9493006"/>
            <a:ext cx="2890892" cy="1117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52348" tIns="26173" rIns="52348" bIns="26173" anchor="b">
            <a:spAutoFit/>
          </a:bodyPr>
          <a:lstStyle/>
          <a:p>
            <a:pPr defTabSz="519128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383" b="0" i="0" spc="17" baseline="0" dirty="0">
                <a:solidFill>
                  <a:schemeClr val="bg2"/>
                </a:solidFill>
                <a:latin typeface="+mn-lt"/>
                <a:ea typeface="+mn-ea"/>
                <a:cs typeface="CiscoSansTT Light" panose="020B0503020201020303" pitchFamily="34" charset="0"/>
              </a:rPr>
              <a:t>© 2023  Cisco and/or its affiliates. All rights reserved.   Cisco Confidential</a:t>
            </a:r>
          </a:p>
        </p:txBody>
      </p:sp>
      <p:pic>
        <p:nvPicPr>
          <p:cNvPr id="3" name="Picture 7">
            <a:extLst>
              <a:ext uri="{FF2B5EF4-FFF2-40B4-BE49-F238E27FC236}">
                <a16:creationId xmlns:a16="http://schemas.microsoft.com/office/drawing/2014/main" id="{293D168C-8A00-4D1A-279C-0D2E586D4D17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388622" y="9302624"/>
            <a:ext cx="252644" cy="305401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C185D6C4-923D-0A37-5765-F4FFA48FC1C2}"/>
              </a:ext>
            </a:extLst>
          </p:cNvPr>
          <p:cNvSpPr/>
          <p:nvPr/>
        </p:nvSpPr>
        <p:spPr>
          <a:xfrm>
            <a:off x="3886200" y="0"/>
            <a:ext cx="3886200" cy="10058400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15B3E190-93EE-235A-0F6B-07C04E09A1D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284536" y="1094431"/>
            <a:ext cx="3089529" cy="536448"/>
          </a:xfrm>
          <a:prstGeom prst="rect">
            <a:avLst/>
          </a:prstGeom>
        </p:spPr>
        <p:txBody>
          <a:bodyPr lIns="45720" tIns="45720" rIns="45720" bIns="45720" anchor="ctr"/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020" b="0" i="0" baseline="0">
                <a:solidFill>
                  <a:schemeClr val="tx1"/>
                </a:solidFill>
                <a:latin typeface="+mn-lt"/>
                <a:cs typeface="CiscoSansTT Light" panose="020B0503020201020303" pitchFamily="34" charset="0"/>
              </a:defRPr>
            </a:lvl1pPr>
            <a:lvl2pPr marL="259062" indent="0">
              <a:buNone/>
              <a:defRPr/>
            </a:lvl2pPr>
            <a:lvl3pPr marL="363288" indent="0">
              <a:buNone/>
              <a:defRPr/>
            </a:lvl3pPr>
            <a:lvl4pPr marL="439187" indent="0">
              <a:buNone/>
              <a:defRPr/>
            </a:lvl4pPr>
            <a:lvl5pPr marL="511033" indent="0">
              <a:buNone/>
              <a:defRPr/>
            </a:lvl5pPr>
          </a:lstStyle>
          <a:p>
            <a:pPr lvl="0"/>
            <a:r>
              <a:rPr lang="en-GB" dirty="0"/>
              <a:t>Subtitle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618BC08B-D219-8756-C142-C4584D727A25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284536" y="3821547"/>
            <a:ext cx="3089529" cy="536448"/>
          </a:xfrm>
          <a:prstGeom prst="rect">
            <a:avLst/>
          </a:prstGeom>
        </p:spPr>
        <p:txBody>
          <a:bodyPr lIns="45720" tIns="45720" rIns="45720" bIns="45720" anchor="ctr"/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020" b="0" i="0" baseline="0">
                <a:solidFill>
                  <a:schemeClr val="tx1"/>
                </a:solidFill>
                <a:latin typeface="+mn-lt"/>
                <a:cs typeface="CiscoSansTT Light" panose="020B0503020201020303" pitchFamily="34" charset="0"/>
              </a:defRPr>
            </a:lvl1pPr>
            <a:lvl2pPr marL="259062" indent="0">
              <a:buNone/>
              <a:defRPr/>
            </a:lvl2pPr>
            <a:lvl3pPr marL="363288" indent="0">
              <a:buNone/>
              <a:defRPr/>
            </a:lvl3pPr>
            <a:lvl4pPr marL="439187" indent="0">
              <a:buNone/>
              <a:defRPr/>
            </a:lvl4pPr>
            <a:lvl5pPr marL="511033" indent="0">
              <a:buNone/>
              <a:defRPr/>
            </a:lvl5pPr>
          </a:lstStyle>
          <a:p>
            <a:pPr lvl="0"/>
            <a:r>
              <a:rPr lang="en-GB" dirty="0"/>
              <a:t>Subtitle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04803960-9A60-1EDC-E465-98985D436CDA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284536" y="6548662"/>
            <a:ext cx="3089529" cy="536448"/>
          </a:xfrm>
          <a:prstGeom prst="rect">
            <a:avLst/>
          </a:prstGeom>
        </p:spPr>
        <p:txBody>
          <a:bodyPr lIns="45720" tIns="45720" rIns="45720" bIns="45720" anchor="ctr"/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020" b="0" i="0" baseline="0">
                <a:solidFill>
                  <a:schemeClr val="tx1"/>
                </a:solidFill>
                <a:latin typeface="+mn-lt"/>
                <a:cs typeface="CiscoSansTT Light" panose="020B0503020201020303" pitchFamily="34" charset="0"/>
              </a:defRPr>
            </a:lvl1pPr>
            <a:lvl2pPr marL="259062" indent="0">
              <a:buNone/>
              <a:defRPr/>
            </a:lvl2pPr>
            <a:lvl3pPr marL="363288" indent="0">
              <a:buNone/>
              <a:defRPr/>
            </a:lvl3pPr>
            <a:lvl4pPr marL="439187" indent="0">
              <a:buNone/>
              <a:defRPr/>
            </a:lvl4pPr>
            <a:lvl5pPr marL="511033" indent="0">
              <a:buNone/>
              <a:defRPr/>
            </a:lvl5pPr>
          </a:lstStyle>
          <a:p>
            <a:pPr lvl="0"/>
            <a:r>
              <a:rPr lang="en-GB" dirty="0"/>
              <a:t>Subtitle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FF220C6C-65CC-3070-48A3-52BC6CD2323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284536" y="1828234"/>
            <a:ext cx="3089529" cy="1609344"/>
          </a:xfrm>
          <a:prstGeom prst="rect">
            <a:avLst/>
          </a:prstGeom>
        </p:spPr>
        <p:txBody>
          <a:bodyPr lIns="45720" tIns="45720" rIns="45720" bIns="45720"/>
          <a:lstStyle>
            <a:lvl1pPr marL="0" marR="0" indent="0" algn="l" defTabSz="581576" rtl="0" eaLnBrk="1" fontAlgn="base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None/>
              <a:tabLst/>
              <a:defRPr sz="893" b="0" i="0" baseline="0">
                <a:solidFill>
                  <a:schemeClr val="tx1"/>
                </a:solidFill>
                <a:latin typeface="+mn-lt"/>
                <a:cs typeface="CiscoSansTT Light" panose="020B0503020201020303" pitchFamily="34" charset="0"/>
              </a:defRPr>
            </a:lvl1pPr>
            <a:lvl2pPr marL="259062" indent="0">
              <a:buNone/>
              <a:defRPr/>
            </a:lvl2pPr>
            <a:lvl3pPr marL="363288" indent="0">
              <a:buNone/>
              <a:defRPr/>
            </a:lvl3pPr>
            <a:lvl4pPr marL="439187" indent="0">
              <a:buNone/>
              <a:defRPr/>
            </a:lvl4pPr>
            <a:lvl5pPr marL="511033" indent="0">
              <a:buNone/>
              <a:defRPr/>
            </a:lvl5pPr>
          </a:lstStyle>
          <a:p>
            <a:pPr lvl="0"/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do </a:t>
            </a:r>
            <a:r>
              <a:rPr lang="en-GB" dirty="0" err="1"/>
              <a:t>eiusmod</a:t>
            </a:r>
            <a:r>
              <a:rPr lang="en-GB" dirty="0"/>
              <a:t> </a:t>
            </a:r>
            <a:r>
              <a:rPr lang="en-GB" dirty="0" err="1"/>
              <a:t>tempor</a:t>
            </a:r>
            <a:r>
              <a:rPr lang="en-GB" dirty="0"/>
              <a:t> </a:t>
            </a:r>
            <a:r>
              <a:rPr lang="en-GB" dirty="0" err="1"/>
              <a:t>incididunt</a:t>
            </a:r>
            <a:r>
              <a:rPr lang="en-GB" dirty="0"/>
              <a:t> </a:t>
            </a:r>
            <a:r>
              <a:rPr lang="en-GB" dirty="0" err="1"/>
              <a:t>ut</a:t>
            </a:r>
            <a:r>
              <a:rPr lang="en-GB" dirty="0"/>
              <a:t> labore et dolore. 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do </a:t>
            </a:r>
            <a:r>
              <a:rPr lang="en-GB" dirty="0" err="1"/>
              <a:t>eiusmod</a:t>
            </a:r>
            <a:r>
              <a:rPr lang="en-GB" dirty="0"/>
              <a:t> </a:t>
            </a:r>
            <a:r>
              <a:rPr lang="en-GB" dirty="0" err="1"/>
              <a:t>tempor</a:t>
            </a:r>
            <a:r>
              <a:rPr lang="en-GB" dirty="0"/>
              <a:t> </a:t>
            </a:r>
            <a:r>
              <a:rPr lang="en-GB" dirty="0" err="1"/>
              <a:t>incididunt</a:t>
            </a:r>
            <a:r>
              <a:rPr lang="en-GB" dirty="0"/>
              <a:t> </a:t>
            </a:r>
            <a:r>
              <a:rPr lang="en-GB" dirty="0" err="1"/>
              <a:t>ut</a:t>
            </a:r>
            <a:r>
              <a:rPr lang="en-GB" dirty="0"/>
              <a:t> labore.</a:t>
            </a:r>
          </a:p>
          <a:p>
            <a:pPr lvl="0"/>
            <a:endParaRPr lang="en-GB" dirty="0"/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995A9DA7-0C91-35C3-D416-9F0304263448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284536" y="4555349"/>
            <a:ext cx="3089529" cy="1609344"/>
          </a:xfrm>
          <a:prstGeom prst="rect">
            <a:avLst/>
          </a:prstGeom>
        </p:spPr>
        <p:txBody>
          <a:bodyPr lIns="45720" tIns="45720" rIns="45720" bIns="45720"/>
          <a:lstStyle>
            <a:lvl1pPr marL="0" marR="0" indent="0" algn="l" defTabSz="581576" rtl="0" eaLnBrk="1" fontAlgn="base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None/>
              <a:tabLst/>
              <a:defRPr sz="893" b="0" i="0" baseline="0">
                <a:solidFill>
                  <a:schemeClr val="tx1"/>
                </a:solidFill>
                <a:latin typeface="+mn-lt"/>
                <a:cs typeface="CiscoSansTT Light" panose="020B0503020201020303" pitchFamily="34" charset="0"/>
              </a:defRPr>
            </a:lvl1pPr>
            <a:lvl2pPr marL="259062" indent="0">
              <a:buNone/>
              <a:defRPr/>
            </a:lvl2pPr>
            <a:lvl3pPr marL="363288" indent="0">
              <a:buNone/>
              <a:defRPr/>
            </a:lvl3pPr>
            <a:lvl4pPr marL="439187" indent="0">
              <a:buNone/>
              <a:defRPr/>
            </a:lvl4pPr>
            <a:lvl5pPr marL="511033" indent="0">
              <a:buNone/>
              <a:defRPr/>
            </a:lvl5pPr>
          </a:lstStyle>
          <a:p>
            <a:pPr lvl="0"/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do </a:t>
            </a:r>
            <a:r>
              <a:rPr lang="en-GB" dirty="0" err="1"/>
              <a:t>eiusmod</a:t>
            </a:r>
            <a:r>
              <a:rPr lang="en-GB" dirty="0"/>
              <a:t> </a:t>
            </a:r>
            <a:r>
              <a:rPr lang="en-GB" dirty="0" err="1"/>
              <a:t>tempor</a:t>
            </a:r>
            <a:r>
              <a:rPr lang="en-GB" dirty="0"/>
              <a:t> </a:t>
            </a:r>
            <a:r>
              <a:rPr lang="en-GB" dirty="0" err="1"/>
              <a:t>incididunt</a:t>
            </a:r>
            <a:r>
              <a:rPr lang="en-GB" dirty="0"/>
              <a:t> </a:t>
            </a:r>
            <a:r>
              <a:rPr lang="en-GB" dirty="0" err="1"/>
              <a:t>ut</a:t>
            </a:r>
            <a:r>
              <a:rPr lang="en-GB" dirty="0"/>
              <a:t> labore et dolore. 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do </a:t>
            </a:r>
            <a:r>
              <a:rPr lang="en-GB" dirty="0" err="1"/>
              <a:t>eiusmod</a:t>
            </a:r>
            <a:r>
              <a:rPr lang="en-GB" dirty="0"/>
              <a:t> </a:t>
            </a:r>
            <a:r>
              <a:rPr lang="en-GB" dirty="0" err="1"/>
              <a:t>tempor</a:t>
            </a:r>
            <a:r>
              <a:rPr lang="en-GB" dirty="0"/>
              <a:t> </a:t>
            </a:r>
            <a:r>
              <a:rPr lang="en-GB" dirty="0" err="1"/>
              <a:t>incididunt</a:t>
            </a:r>
            <a:r>
              <a:rPr lang="en-GB" dirty="0"/>
              <a:t> </a:t>
            </a:r>
            <a:r>
              <a:rPr lang="en-GB" dirty="0" err="1"/>
              <a:t>ut</a:t>
            </a:r>
            <a:r>
              <a:rPr lang="en-GB" dirty="0"/>
              <a:t> labore.</a:t>
            </a:r>
          </a:p>
          <a:p>
            <a:pPr lvl="0"/>
            <a:endParaRPr lang="en-GB" dirty="0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E6DF162A-E518-4D2F-E1D4-46E7A06FEE6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284536" y="7282463"/>
            <a:ext cx="3089529" cy="1609344"/>
          </a:xfrm>
          <a:prstGeom prst="rect">
            <a:avLst/>
          </a:prstGeom>
        </p:spPr>
        <p:txBody>
          <a:bodyPr lIns="45720" tIns="45720" rIns="45720" bIns="45720"/>
          <a:lstStyle>
            <a:lvl1pPr marL="0" marR="0" indent="0" algn="l" defTabSz="581576" rtl="0" eaLnBrk="1" fontAlgn="base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None/>
              <a:tabLst/>
              <a:defRPr sz="893" b="0" i="0" baseline="0">
                <a:solidFill>
                  <a:schemeClr val="tx1"/>
                </a:solidFill>
                <a:latin typeface="+mn-lt"/>
                <a:cs typeface="CiscoSansTT Light" panose="020B0503020201020303" pitchFamily="34" charset="0"/>
              </a:defRPr>
            </a:lvl1pPr>
            <a:lvl2pPr marL="259062" indent="0">
              <a:buNone/>
              <a:defRPr/>
            </a:lvl2pPr>
            <a:lvl3pPr marL="363288" indent="0">
              <a:buNone/>
              <a:defRPr/>
            </a:lvl3pPr>
            <a:lvl4pPr marL="439187" indent="0">
              <a:buNone/>
              <a:defRPr/>
            </a:lvl4pPr>
            <a:lvl5pPr marL="511033" indent="0">
              <a:buNone/>
              <a:defRPr/>
            </a:lvl5pPr>
          </a:lstStyle>
          <a:p>
            <a:pPr lvl="0"/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do </a:t>
            </a:r>
            <a:r>
              <a:rPr lang="en-GB" dirty="0" err="1"/>
              <a:t>eiusmod</a:t>
            </a:r>
            <a:r>
              <a:rPr lang="en-GB" dirty="0"/>
              <a:t> </a:t>
            </a:r>
            <a:r>
              <a:rPr lang="en-GB" dirty="0" err="1"/>
              <a:t>tempor</a:t>
            </a:r>
            <a:r>
              <a:rPr lang="en-GB" dirty="0"/>
              <a:t> </a:t>
            </a:r>
            <a:r>
              <a:rPr lang="en-GB" dirty="0" err="1"/>
              <a:t>incididunt</a:t>
            </a:r>
            <a:r>
              <a:rPr lang="en-GB" dirty="0"/>
              <a:t> </a:t>
            </a:r>
            <a:r>
              <a:rPr lang="en-GB" dirty="0" err="1"/>
              <a:t>ut</a:t>
            </a:r>
            <a:r>
              <a:rPr lang="en-GB" dirty="0"/>
              <a:t> labore et dolore. 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do </a:t>
            </a:r>
            <a:r>
              <a:rPr lang="en-GB" dirty="0" err="1"/>
              <a:t>eiusmod</a:t>
            </a:r>
            <a:r>
              <a:rPr lang="en-GB" dirty="0"/>
              <a:t> </a:t>
            </a:r>
            <a:r>
              <a:rPr lang="en-GB" dirty="0" err="1"/>
              <a:t>tempor</a:t>
            </a:r>
            <a:r>
              <a:rPr lang="en-GB" dirty="0"/>
              <a:t> </a:t>
            </a:r>
            <a:r>
              <a:rPr lang="en-GB" dirty="0" err="1"/>
              <a:t>incididunt</a:t>
            </a:r>
            <a:r>
              <a:rPr lang="en-GB" dirty="0"/>
              <a:t> </a:t>
            </a:r>
            <a:r>
              <a:rPr lang="en-GB" dirty="0" err="1"/>
              <a:t>ut</a:t>
            </a:r>
            <a:r>
              <a:rPr lang="en-GB" dirty="0"/>
              <a:t> labore.</a:t>
            </a:r>
          </a:p>
          <a:p>
            <a:pPr lvl="0"/>
            <a:endParaRPr lang="en-GB" dirty="0"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74DE6FCA-9477-3080-6D9A-BF19D908821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02980" y="633307"/>
            <a:ext cx="2914650" cy="447040"/>
          </a:xfrm>
          <a:prstGeom prst="rect">
            <a:avLst/>
          </a:prstGeom>
        </p:spPr>
        <p:txBody>
          <a:bodyPr lIns="45720" tIns="45720" rIns="45720" bIns="45720"/>
          <a:lstStyle>
            <a:lvl1pPr marL="0" indent="0">
              <a:buFont typeface="Arial" panose="020B0604020202020204" pitchFamily="34" charset="0"/>
              <a:buNone/>
              <a:defRPr sz="893" b="0" i="0" baseline="0">
                <a:solidFill>
                  <a:schemeClr val="bg2"/>
                </a:solidFill>
                <a:latin typeface="CiscoSansTT Light" panose="020B0503020201020303" pitchFamily="34" charset="0"/>
                <a:cs typeface="CiscoSansTT Light" panose="020B0503020201020303" pitchFamily="34" charset="0"/>
              </a:defRPr>
            </a:lvl1pPr>
            <a:lvl2pPr marL="259062" indent="0">
              <a:buNone/>
              <a:defRPr/>
            </a:lvl2pPr>
            <a:lvl3pPr marL="363288" indent="0">
              <a:buNone/>
              <a:defRPr/>
            </a:lvl3pPr>
            <a:lvl4pPr marL="439187" indent="0">
              <a:buNone/>
              <a:defRPr/>
            </a:lvl4pPr>
            <a:lvl5pPr marL="511033" indent="0">
              <a:buNone/>
              <a:defRPr/>
            </a:lvl5pPr>
          </a:lstStyle>
          <a:p>
            <a:pPr lvl="0"/>
            <a:r>
              <a:rPr lang="en-GB" dirty="0"/>
              <a:t>Section title</a:t>
            </a:r>
          </a:p>
        </p:txBody>
      </p:sp>
      <p:sp>
        <p:nvSpPr>
          <p:cNvPr id="16" name="Title Placeholder 1">
            <a:extLst>
              <a:ext uri="{FF2B5EF4-FFF2-40B4-BE49-F238E27FC236}">
                <a16:creationId xmlns:a16="http://schemas.microsoft.com/office/drawing/2014/main" id="{3EA95E83-5C21-97F4-1503-23FF4926ADC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8621" y="3504587"/>
            <a:ext cx="2929009" cy="2447544"/>
          </a:xfrm>
          <a:prstGeom prst="rect">
            <a:avLst/>
          </a:prstGeom>
        </p:spPr>
        <p:txBody>
          <a:bodyPr vert="horz" lIns="45720" tIns="45720" rIns="45720" bIns="45720" rtlCol="0" anchor="ctr">
            <a:noAutofit/>
          </a:bodyPr>
          <a:lstStyle>
            <a:lvl1pPr>
              <a:defRPr sz="2805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2092832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5760">
          <p15:clr>
            <a:srgbClr val="FBAE40"/>
          </p15:clr>
        </p15:guide>
        <p15:guide id="2" pos="1920">
          <p15:clr>
            <a:srgbClr val="FBAE40"/>
          </p15:clr>
        </p15:guide>
        <p15:guide id="3" pos="3672">
          <p15:clr>
            <a:srgbClr val="FBAE40"/>
          </p15:clr>
        </p15:guide>
        <p15:guide id="4" pos="1224">
          <p15:clr>
            <a:srgbClr val="FBAE40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alf Page Photo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/>
          <p:cNvSpPr>
            <a:spLocks noGrp="1"/>
          </p:cNvSpPr>
          <p:nvPr>
            <p:ph type="pic" sz="quarter" idx="10"/>
          </p:nvPr>
        </p:nvSpPr>
        <p:spPr>
          <a:xfrm>
            <a:off x="4326098" y="633310"/>
            <a:ext cx="3446304" cy="7628655"/>
          </a:xfrm>
          <a:prstGeom prst="rect">
            <a:avLst/>
          </a:prstGeom>
          <a:solidFill>
            <a:schemeClr val="accent4">
              <a:alpha val="25000"/>
            </a:schemeClr>
          </a:solidFill>
        </p:spPr>
        <p:txBody>
          <a:bodyPr anchor="ctr" anchorCtr="0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1" hasCustomPrompt="1"/>
          </p:nvPr>
        </p:nvSpPr>
        <p:spPr>
          <a:xfrm>
            <a:off x="4326098" y="8644073"/>
            <a:ext cx="3025299" cy="536448"/>
          </a:xfrm>
          <a:prstGeom prst="rect">
            <a:avLst/>
          </a:prstGeom>
        </p:spPr>
        <p:txBody>
          <a:bodyPr lIns="45720" tIns="45720" rIns="45720" bIns="45720"/>
          <a:lstStyle>
            <a:lvl1pPr marL="0" indent="0">
              <a:buNone/>
              <a:defRPr sz="102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Photo caption</a:t>
            </a:r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35D4FA6F-8B16-848A-2676-892437DBB5F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02980" y="633307"/>
            <a:ext cx="2914650" cy="447040"/>
          </a:xfrm>
          <a:prstGeom prst="rect">
            <a:avLst/>
          </a:prstGeom>
        </p:spPr>
        <p:txBody>
          <a:bodyPr lIns="45720" tIns="45720" rIns="45720" bIns="45720"/>
          <a:lstStyle>
            <a:lvl1pPr marL="0" indent="0">
              <a:buFont typeface="Arial" panose="020B0604020202020204" pitchFamily="34" charset="0"/>
              <a:buNone/>
              <a:defRPr sz="893" b="0" i="0" baseline="0">
                <a:solidFill>
                  <a:schemeClr val="tx1"/>
                </a:solidFill>
                <a:latin typeface="CiscoSansTT Light" panose="020B0503020201020303" pitchFamily="34" charset="0"/>
                <a:cs typeface="CiscoSansTT Light" panose="020B0503020201020303" pitchFamily="34" charset="0"/>
              </a:defRPr>
            </a:lvl1pPr>
            <a:lvl2pPr marL="259062" indent="0">
              <a:buNone/>
              <a:defRPr/>
            </a:lvl2pPr>
            <a:lvl3pPr marL="363288" indent="0">
              <a:buNone/>
              <a:defRPr/>
            </a:lvl3pPr>
            <a:lvl4pPr marL="439187" indent="0">
              <a:buNone/>
              <a:defRPr/>
            </a:lvl4pPr>
            <a:lvl5pPr marL="511033" indent="0">
              <a:buNone/>
              <a:defRPr/>
            </a:lvl5pPr>
          </a:lstStyle>
          <a:p>
            <a:pPr lvl="0"/>
            <a:r>
              <a:rPr lang="en-GB" dirty="0"/>
              <a:t>Section title</a:t>
            </a:r>
          </a:p>
        </p:txBody>
      </p:sp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D7E02133-90CD-7A73-3378-09367C5F77E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8621" y="3504587"/>
            <a:ext cx="2929009" cy="2447544"/>
          </a:xfrm>
          <a:prstGeom prst="rect">
            <a:avLst/>
          </a:prstGeom>
        </p:spPr>
        <p:txBody>
          <a:bodyPr vert="horz" lIns="45720" tIns="45720" rIns="45720" bIns="45720" rtlCol="0" anchor="ctr">
            <a:noAutofit/>
          </a:bodyPr>
          <a:lstStyle>
            <a:lvl1pPr>
              <a:defRPr sz="2805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0954429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7" pos="4275">
          <p15:clr>
            <a:srgbClr val="FBAE40"/>
          </p15:clr>
        </p15:guide>
        <p15:guide id="8" pos="2725">
          <p15:clr>
            <a:srgbClr val="FBAE4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alf Page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6">
            <a:extLst>
              <a:ext uri="{FF2B5EF4-FFF2-40B4-BE49-F238E27FC236}">
                <a16:creationId xmlns:a16="http://schemas.microsoft.com/office/drawing/2014/main" id="{2C94DA5F-CCF7-A048-8A5D-EE8276E9014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886202" y="633307"/>
            <a:ext cx="3886200" cy="8866293"/>
          </a:xfrm>
          <a:prstGeom prst="rect">
            <a:avLst/>
          </a:prstGeom>
          <a:solidFill>
            <a:schemeClr val="accent4">
              <a:alpha val="25000"/>
            </a:schemeClr>
          </a:solidFill>
        </p:spPr>
        <p:txBody>
          <a:bodyPr anchor="ctr" anchorCtr="0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75226FFA-E401-8D3F-A7A7-AC5403A29F1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02980" y="633307"/>
            <a:ext cx="2914650" cy="447040"/>
          </a:xfrm>
          <a:prstGeom prst="rect">
            <a:avLst/>
          </a:prstGeom>
        </p:spPr>
        <p:txBody>
          <a:bodyPr lIns="45720" tIns="45720" rIns="45720" bIns="45720"/>
          <a:lstStyle>
            <a:lvl1pPr marL="0" indent="0">
              <a:buFont typeface="Arial" panose="020B0604020202020204" pitchFamily="34" charset="0"/>
              <a:buNone/>
              <a:defRPr sz="893" b="0" i="0" baseline="0">
                <a:solidFill>
                  <a:schemeClr val="tx1"/>
                </a:solidFill>
                <a:latin typeface="CiscoSansTT Light" panose="020B0503020201020303" pitchFamily="34" charset="0"/>
                <a:cs typeface="CiscoSansTT Light" panose="020B0503020201020303" pitchFamily="34" charset="0"/>
              </a:defRPr>
            </a:lvl1pPr>
            <a:lvl2pPr marL="259062" indent="0">
              <a:buNone/>
              <a:defRPr/>
            </a:lvl2pPr>
            <a:lvl3pPr marL="363288" indent="0">
              <a:buNone/>
              <a:defRPr/>
            </a:lvl3pPr>
            <a:lvl4pPr marL="439187" indent="0">
              <a:buNone/>
              <a:defRPr/>
            </a:lvl4pPr>
            <a:lvl5pPr marL="511033" indent="0">
              <a:buNone/>
              <a:defRPr/>
            </a:lvl5pPr>
          </a:lstStyle>
          <a:p>
            <a:pPr lvl="0"/>
            <a:r>
              <a:rPr lang="en-GB" dirty="0"/>
              <a:t>Section title</a:t>
            </a:r>
          </a:p>
        </p:txBody>
      </p:sp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0B83CA69-90DB-1977-3B75-3C078FC9706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8621" y="3504587"/>
            <a:ext cx="2929009" cy="2447544"/>
          </a:xfrm>
          <a:prstGeom prst="rect">
            <a:avLst/>
          </a:prstGeom>
        </p:spPr>
        <p:txBody>
          <a:bodyPr vert="horz" lIns="45720" tIns="45720" rIns="45720" bIns="45720" rtlCol="0" anchor="ctr">
            <a:noAutofit/>
          </a:bodyPr>
          <a:lstStyle>
            <a:lvl1pPr>
              <a:defRPr sz="2805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0899793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4" pos="3567">
          <p15:clr>
            <a:srgbClr val="FBAE40"/>
          </p15:clr>
        </p15:guide>
        <p15:guide id="5" pos="2274">
          <p15:clr>
            <a:srgbClr val="FBAE40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ull Photo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2">
            <a:extLst>
              <a:ext uri="{FF2B5EF4-FFF2-40B4-BE49-F238E27FC236}">
                <a16:creationId xmlns:a16="http://schemas.microsoft.com/office/drawing/2014/main" id="{EF1594EA-D397-6C41-A885-CC4BB73C61CA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1" y="0"/>
            <a:ext cx="7772400" cy="6343193"/>
          </a:xfrm>
          <a:prstGeom prst="rect">
            <a:avLst/>
          </a:prstGeom>
          <a:solidFill>
            <a:schemeClr val="accent4">
              <a:alpha val="25000"/>
            </a:schemeClr>
          </a:solidFill>
        </p:spPr>
        <p:txBody>
          <a:bodyPr vert="horz" lIns="91420" tIns="45710" rIns="91420" bIns="45710" anchor="ctr"/>
          <a:lstStyle>
            <a:lvl1pPr marL="0" indent="0" algn="ctr">
              <a:buNone/>
              <a:defRPr sz="1148" b="0" i="0" baseline="0">
                <a:solidFill>
                  <a:schemeClr val="tx1"/>
                </a:solidFill>
                <a:latin typeface="+mn-lt"/>
                <a:cs typeface="CiscoSans ExtraLight"/>
              </a:defRPr>
            </a:lvl1pPr>
          </a:lstStyle>
          <a:p>
            <a:pPr lvl="0"/>
            <a:r>
              <a:rPr lang="en-US" noProof="0" dirty="0"/>
              <a:t>Click to add picture</a:t>
            </a:r>
          </a:p>
        </p:txBody>
      </p:sp>
      <p:sp>
        <p:nvSpPr>
          <p:cNvPr id="3" name="Title Placeholder 1">
            <a:extLst>
              <a:ext uri="{FF2B5EF4-FFF2-40B4-BE49-F238E27FC236}">
                <a16:creationId xmlns:a16="http://schemas.microsoft.com/office/drawing/2014/main" id="{4B7F8C95-951F-9098-CC7F-F731FC33A0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8620" y="6356469"/>
            <a:ext cx="6995160" cy="2682240"/>
          </a:xfrm>
          <a:prstGeom prst="rect">
            <a:avLst/>
          </a:prstGeom>
        </p:spPr>
        <p:txBody>
          <a:bodyPr vert="horz" lIns="45720" tIns="45720" rIns="45720" bIns="45720" rtlCol="0" anchor="ctr">
            <a:noAutofit/>
          </a:bodyPr>
          <a:lstStyle>
            <a:lvl1pPr algn="ctr">
              <a:defRPr sz="2805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6578857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ull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2">
            <a:extLst>
              <a:ext uri="{FF2B5EF4-FFF2-40B4-BE49-F238E27FC236}">
                <a16:creationId xmlns:a16="http://schemas.microsoft.com/office/drawing/2014/main" id="{45C13F8A-9C96-BC4F-A27C-6AF68C9B9A84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1" y="0"/>
            <a:ext cx="7772400" cy="8788900"/>
          </a:xfrm>
          <a:prstGeom prst="rect">
            <a:avLst/>
          </a:prstGeom>
          <a:solidFill>
            <a:schemeClr val="accent4">
              <a:alpha val="25000"/>
            </a:schemeClr>
          </a:solidFill>
        </p:spPr>
        <p:txBody>
          <a:bodyPr vert="horz" lIns="91420" tIns="45710" rIns="91420" bIns="45710" anchor="ctr"/>
          <a:lstStyle>
            <a:lvl1pPr marL="0" indent="0" algn="ctr">
              <a:buNone/>
              <a:defRPr sz="1148" b="0" i="0" baseline="0">
                <a:solidFill>
                  <a:schemeClr val="tx1"/>
                </a:solidFill>
                <a:latin typeface="+mn-lt"/>
                <a:cs typeface="CiscoSans ExtraLight"/>
              </a:defRPr>
            </a:lvl1pPr>
          </a:lstStyle>
          <a:p>
            <a:pPr lvl="0"/>
            <a:r>
              <a:rPr lang="en-US" noProof="0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7981376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135029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alf Page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rt Placeholder 5"/>
          <p:cNvSpPr>
            <a:spLocks noGrp="1"/>
          </p:cNvSpPr>
          <p:nvPr>
            <p:ph type="chart" sz="quarter" idx="10"/>
          </p:nvPr>
        </p:nvSpPr>
        <p:spPr>
          <a:xfrm>
            <a:off x="4326098" y="633312"/>
            <a:ext cx="3057684" cy="8363369"/>
          </a:xfrm>
          <a:prstGeom prst="rect">
            <a:avLst/>
          </a:prstGeom>
          <a:solidFill>
            <a:schemeClr val="accent4">
              <a:alpha val="25000"/>
            </a:schemeClr>
          </a:solidFill>
        </p:spPr>
        <p:txBody>
          <a:bodyPr anchor="ctr" anchorCtr="0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chart</a:t>
            </a:r>
            <a:endParaRPr lang="en-US" dirty="0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5BE4A1D4-402D-E43A-DA8F-9D864914384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02980" y="633307"/>
            <a:ext cx="2914650" cy="447040"/>
          </a:xfrm>
          <a:prstGeom prst="rect">
            <a:avLst/>
          </a:prstGeom>
        </p:spPr>
        <p:txBody>
          <a:bodyPr lIns="45720" tIns="45720" rIns="45720" bIns="45720"/>
          <a:lstStyle>
            <a:lvl1pPr marL="0" indent="0">
              <a:buFont typeface="Arial" panose="020B0604020202020204" pitchFamily="34" charset="0"/>
              <a:buNone/>
              <a:defRPr sz="893" b="0" i="0" baseline="0">
                <a:solidFill>
                  <a:schemeClr val="tx1"/>
                </a:solidFill>
                <a:latin typeface="CiscoSansTT Light" panose="020B0503020201020303" pitchFamily="34" charset="0"/>
                <a:cs typeface="CiscoSansTT Light" panose="020B0503020201020303" pitchFamily="34" charset="0"/>
              </a:defRPr>
            </a:lvl1pPr>
            <a:lvl2pPr marL="259062" indent="0">
              <a:buNone/>
              <a:defRPr/>
            </a:lvl2pPr>
            <a:lvl3pPr marL="363288" indent="0">
              <a:buNone/>
              <a:defRPr/>
            </a:lvl3pPr>
            <a:lvl4pPr marL="439187" indent="0">
              <a:buNone/>
              <a:defRPr/>
            </a:lvl4pPr>
            <a:lvl5pPr marL="511033" indent="0">
              <a:buNone/>
              <a:defRPr/>
            </a:lvl5pPr>
          </a:lstStyle>
          <a:p>
            <a:pPr lvl="0"/>
            <a:r>
              <a:rPr lang="en-GB" dirty="0"/>
              <a:t>Section title</a:t>
            </a:r>
          </a:p>
        </p:txBody>
      </p:sp>
      <p:sp>
        <p:nvSpPr>
          <p:cNvPr id="10" name="Title Placeholder 1">
            <a:extLst>
              <a:ext uri="{FF2B5EF4-FFF2-40B4-BE49-F238E27FC236}">
                <a16:creationId xmlns:a16="http://schemas.microsoft.com/office/drawing/2014/main" id="{16A48D0D-58D2-4F34-4F9C-0B145014997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8621" y="3504587"/>
            <a:ext cx="2929009" cy="2447544"/>
          </a:xfrm>
          <a:prstGeom prst="rect">
            <a:avLst/>
          </a:prstGeom>
        </p:spPr>
        <p:txBody>
          <a:bodyPr vert="horz" lIns="45720" tIns="45720" rIns="45720" bIns="45720" rtlCol="0" anchor="ctr">
            <a:noAutofit/>
          </a:bodyPr>
          <a:lstStyle>
            <a:lvl1pPr>
              <a:defRPr sz="2805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1782449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4" pos="3567">
          <p15:clr>
            <a:srgbClr val="FBAE40"/>
          </p15:clr>
        </p15:guide>
        <p15:guide id="5" pos="2274">
          <p15:clr>
            <a:srgbClr val="FBAE40"/>
          </p15:clr>
        </p15:guide>
      </p15:sldGuideLst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eading w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able Placeholder 11">
            <a:extLst>
              <a:ext uri="{FF2B5EF4-FFF2-40B4-BE49-F238E27FC236}">
                <a16:creationId xmlns:a16="http://schemas.microsoft.com/office/drawing/2014/main" id="{C83B223E-030E-74D0-B6FA-BEC3DA7BD3FA}"/>
              </a:ext>
            </a:extLst>
          </p:cNvPr>
          <p:cNvSpPr>
            <a:spLocks noGrp="1"/>
          </p:cNvSpPr>
          <p:nvPr>
            <p:ph type="tbl" sz="quarter" idx="12"/>
          </p:nvPr>
        </p:nvSpPr>
        <p:spPr>
          <a:xfrm>
            <a:off x="395953" y="2067561"/>
            <a:ext cx="6996177" cy="5767404"/>
          </a:xfrm>
          <a:prstGeom prst="rect">
            <a:avLst/>
          </a:prstGeom>
        </p:spPr>
        <p:txBody>
          <a:bodyPr lIns="45720" tIns="45720" rIns="45720" bIns="4572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53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Click icon to add table</a:t>
            </a:r>
            <a:endParaRPr lang="en-GB" noProof="0" dirty="0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89B8D9E7-EAC8-4A5C-4139-BA396711F07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02980" y="8193420"/>
            <a:ext cx="3483220" cy="536448"/>
          </a:xfrm>
          <a:prstGeom prst="rect">
            <a:avLst/>
          </a:prstGeom>
        </p:spPr>
        <p:txBody>
          <a:bodyPr lIns="45720" tIns="45720" rIns="45720" bIns="45720"/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020" b="0" i="0" baseline="0">
                <a:solidFill>
                  <a:schemeClr val="tx1"/>
                </a:solidFill>
                <a:latin typeface="+mn-lt"/>
                <a:cs typeface="CiscoSansTT Light" panose="020B0503020201020303" pitchFamily="34" charset="0"/>
              </a:defRPr>
            </a:lvl1pPr>
            <a:lvl2pPr marL="259062" indent="0">
              <a:buNone/>
              <a:defRPr/>
            </a:lvl2pPr>
            <a:lvl3pPr marL="363288" indent="0">
              <a:buNone/>
              <a:defRPr/>
            </a:lvl3pPr>
            <a:lvl4pPr marL="439187" indent="0">
              <a:buNone/>
              <a:defRPr/>
            </a:lvl4pPr>
            <a:lvl5pPr marL="511033" indent="0">
              <a:buNone/>
              <a:defRPr/>
            </a:lvl5pPr>
          </a:lstStyle>
          <a:p>
            <a:pPr lvl="0"/>
            <a:r>
              <a:rPr lang="en-GB" dirty="0"/>
              <a:t>Table caption</a:t>
            </a:r>
          </a:p>
        </p:txBody>
      </p:sp>
      <p:sp>
        <p:nvSpPr>
          <p:cNvPr id="3" name="Title Placeholder 1">
            <a:extLst>
              <a:ext uri="{FF2B5EF4-FFF2-40B4-BE49-F238E27FC236}">
                <a16:creationId xmlns:a16="http://schemas.microsoft.com/office/drawing/2014/main" id="{051B1935-8F76-89F3-34A7-104AF19A7D3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8621" y="563316"/>
            <a:ext cx="6995160" cy="1005840"/>
          </a:xfrm>
          <a:prstGeom prst="rect">
            <a:avLst/>
          </a:prstGeom>
        </p:spPr>
        <p:txBody>
          <a:bodyPr vert="horz" lIns="45720" tIns="45720" rIns="45720" bIns="45720" rtlCol="0" anchor="ctr"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2235488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eading w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48CE7DB6-039C-AC58-5C90-9B19A4AA26C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02980" y="8193420"/>
            <a:ext cx="3483220" cy="536448"/>
          </a:xfrm>
          <a:prstGeom prst="rect">
            <a:avLst/>
          </a:prstGeom>
        </p:spPr>
        <p:txBody>
          <a:bodyPr lIns="45720" tIns="45720" rIns="45720" bIns="45720"/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020" b="0" i="0" baseline="0">
                <a:solidFill>
                  <a:schemeClr val="tx1"/>
                </a:solidFill>
                <a:latin typeface="+mn-lt"/>
                <a:cs typeface="CiscoSansTT Light" panose="020B0503020201020303" pitchFamily="34" charset="0"/>
              </a:defRPr>
            </a:lvl1pPr>
            <a:lvl2pPr marL="259062" indent="0">
              <a:buNone/>
              <a:defRPr/>
            </a:lvl2pPr>
            <a:lvl3pPr marL="363288" indent="0">
              <a:buNone/>
              <a:defRPr/>
            </a:lvl3pPr>
            <a:lvl4pPr marL="439187" indent="0">
              <a:buNone/>
              <a:defRPr/>
            </a:lvl4pPr>
            <a:lvl5pPr marL="511033" indent="0">
              <a:buNone/>
              <a:defRPr/>
            </a:lvl5pPr>
          </a:lstStyle>
          <a:p>
            <a:pPr lvl="0"/>
            <a:r>
              <a:rPr lang="en-GB" dirty="0"/>
              <a:t>Chart caption</a:t>
            </a:r>
          </a:p>
        </p:txBody>
      </p:sp>
      <p:sp>
        <p:nvSpPr>
          <p:cNvPr id="14" name="Chart Placeholder 2">
            <a:extLst>
              <a:ext uri="{FF2B5EF4-FFF2-40B4-BE49-F238E27FC236}">
                <a16:creationId xmlns:a16="http://schemas.microsoft.com/office/drawing/2014/main" id="{BD75F8AD-CDF4-CE28-1C24-08F6FA9598D3}"/>
              </a:ext>
            </a:extLst>
          </p:cNvPr>
          <p:cNvSpPr>
            <a:spLocks noGrp="1"/>
          </p:cNvSpPr>
          <p:nvPr>
            <p:ph type="chart" sz="quarter" idx="10"/>
          </p:nvPr>
        </p:nvSpPr>
        <p:spPr>
          <a:xfrm>
            <a:off x="402979" y="2067561"/>
            <a:ext cx="6987388" cy="5774270"/>
          </a:xfrm>
          <a:prstGeom prst="rect">
            <a:avLst/>
          </a:prstGeom>
        </p:spPr>
        <p:txBody>
          <a:bodyPr vert="horz" lIns="45720" tIns="45720" rIns="45720" bIns="4572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530" b="0" i="0">
                <a:solidFill>
                  <a:schemeClr val="tx1"/>
                </a:solidFill>
                <a:latin typeface="+mn-lt"/>
                <a:cs typeface="CiscoSans ExtraLight"/>
              </a:defRPr>
            </a:lvl1pPr>
          </a:lstStyle>
          <a:p>
            <a:pPr lvl="0"/>
            <a:r>
              <a:rPr lang="en-US" noProof="0"/>
              <a:t>Click icon to add chart</a:t>
            </a:r>
            <a:endParaRPr lang="en-US" noProof="0" dirty="0"/>
          </a:p>
        </p:txBody>
      </p:sp>
      <p:sp>
        <p:nvSpPr>
          <p:cNvPr id="3" name="Title Placeholder 1">
            <a:extLst>
              <a:ext uri="{FF2B5EF4-FFF2-40B4-BE49-F238E27FC236}">
                <a16:creationId xmlns:a16="http://schemas.microsoft.com/office/drawing/2014/main" id="{34A57B70-3F6E-FA7F-CC44-293D6CF9E21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8621" y="563316"/>
            <a:ext cx="6995160" cy="1005840"/>
          </a:xfrm>
          <a:prstGeom prst="rect">
            <a:avLst/>
          </a:prstGeom>
        </p:spPr>
        <p:txBody>
          <a:bodyPr vert="horz" lIns="45720" tIns="45720" rIns="45720" bIns="45720" rtlCol="0" anchor="ctr"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3844403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losing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Graduation cartoon bee">
            <a:extLst>
              <a:ext uri="{FF2B5EF4-FFF2-40B4-BE49-F238E27FC236}">
                <a16:creationId xmlns:a16="http://schemas.microsoft.com/office/drawing/2014/main" id="{F60903CA-D46B-AB62-389B-57AA262D150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776228" y="3749233"/>
            <a:ext cx="2219943" cy="25599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84647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losing Sky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Graduation cartoon bee">
            <a:extLst>
              <a:ext uri="{FF2B5EF4-FFF2-40B4-BE49-F238E27FC236}">
                <a16:creationId xmlns:a16="http://schemas.microsoft.com/office/drawing/2014/main" id="{80CB1373-46E9-81EF-0084-D631986A078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776228" y="3749233"/>
            <a:ext cx="2219943" cy="25599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53809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losing Midn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 descr="Graduation cartoon bee">
            <a:extLst>
              <a:ext uri="{FF2B5EF4-FFF2-40B4-BE49-F238E27FC236}">
                <a16:creationId xmlns:a16="http://schemas.microsoft.com/office/drawing/2014/main" id="{A208A707-E19A-EBE9-C28F-245C2DE0747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776228" y="3749233"/>
            <a:ext cx="2219943" cy="25599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46891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itle Slide 1, Two Speak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0368B8A-B8FA-06EC-E6D8-DF0F60F2EFD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6455" y="2744639"/>
            <a:ext cx="3218140" cy="2280884"/>
          </a:xfrm>
        </p:spPr>
        <p:txBody>
          <a:bodyPr anchor="b" anchorCtr="0"/>
          <a:lstStyle>
            <a:lvl1pPr>
              <a:defRPr sz="2295"/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DBA1600-2171-A996-0ADC-8B8C7BC4DEA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06455" y="5152136"/>
            <a:ext cx="3218140" cy="335280"/>
          </a:xfrm>
          <a:noFill/>
        </p:spPr>
        <p:txBody>
          <a:bodyPr/>
          <a:lstStyle>
            <a:lvl1pPr marL="0" indent="0">
              <a:buNone/>
              <a:defRPr sz="1020" b="0"/>
            </a:lvl1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05A092D-84F9-C1EA-52C2-99FAD9069063}"/>
              </a:ext>
            </a:extLst>
          </p:cNvPr>
          <p:cNvSpPr txBox="1"/>
          <p:nvPr userDrawn="1"/>
        </p:nvSpPr>
        <p:spPr>
          <a:xfrm>
            <a:off x="206455" y="645061"/>
            <a:ext cx="30383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1182E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</a:rPr>
              <a:t>Human Resources</a:t>
            </a:r>
            <a:endParaRPr lang="en-IL" b="1" dirty="0">
              <a:solidFill>
                <a:srgbClr val="01182E"/>
              </a:solidFill>
              <a:latin typeface="Inter" panose="02000503000000020004" pitchFamily="2" charset="0"/>
              <a:ea typeface="Inter" panose="02000503000000020004" pitchFamily="2" charset="0"/>
              <a:cs typeface="Inter" panose="02000503000000020004" pitchFamily="2" charset="0"/>
            </a:endParaRPr>
          </a:p>
        </p:txBody>
      </p:sp>
      <p:pic>
        <p:nvPicPr>
          <p:cNvPr id="14" name="Picture 13" descr="Reading cartoon bee">
            <a:extLst>
              <a:ext uri="{FF2B5EF4-FFF2-40B4-BE49-F238E27FC236}">
                <a16:creationId xmlns:a16="http://schemas.microsoft.com/office/drawing/2014/main" id="{E0216A24-966B-9E1E-2954-678AF9D1E84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827912" y="1911262"/>
            <a:ext cx="3667125" cy="487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7794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Placeholder 1">
            <a:extLst>
              <a:ext uri="{FF2B5EF4-FFF2-40B4-BE49-F238E27FC236}">
                <a16:creationId xmlns:a16="http://schemas.microsoft.com/office/drawing/2014/main" id="{F21F2830-F0A3-2EAC-C709-5C928A8C49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8621" y="563316"/>
            <a:ext cx="6995160" cy="1005840"/>
          </a:xfrm>
          <a:prstGeom prst="rect">
            <a:avLst/>
          </a:prstGeom>
        </p:spPr>
        <p:txBody>
          <a:bodyPr vert="horz" lIns="45720" tIns="45720" rIns="4572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43E5826-E261-5240-BCCC-F517FDB6EBB5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388621" y="9493006"/>
            <a:ext cx="2890892" cy="1117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52348" tIns="26173" rIns="52348" bIns="26173" anchor="b">
            <a:spAutoFit/>
          </a:bodyPr>
          <a:lstStyle/>
          <a:p>
            <a:pPr defTabSz="519128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383" b="0" i="0" spc="17" baseline="0" dirty="0">
                <a:solidFill>
                  <a:schemeClr val="tx1"/>
                </a:solidFill>
                <a:latin typeface="+mn-lt"/>
                <a:ea typeface="+mn-ea"/>
                <a:cs typeface="CiscoSansTT Light" panose="020B0503020201020303" pitchFamily="34" charset="0"/>
              </a:rPr>
              <a:t>Human Resources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455BE63C-8C0C-FC75-3DF2-F8F96A3C87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8621" y="2067560"/>
            <a:ext cx="6995159" cy="6929120"/>
          </a:xfrm>
          <a:prstGeom prst="rect">
            <a:avLst/>
          </a:prstGeom>
        </p:spPr>
        <p:txBody>
          <a:bodyPr vert="horz" lIns="45720" tIns="45720" rIns="4572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660724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4214" r:id="rId1"/>
    <p:sldLayoutId id="2147484215" r:id="rId2"/>
    <p:sldLayoutId id="2147484216" r:id="rId3"/>
    <p:sldLayoutId id="2147484217" r:id="rId4"/>
    <p:sldLayoutId id="2147484218" r:id="rId5"/>
    <p:sldLayoutId id="2147484219" r:id="rId6"/>
    <p:sldLayoutId id="2147484220" r:id="rId7"/>
    <p:sldLayoutId id="2147484221" r:id="rId8"/>
    <p:sldLayoutId id="2147484222" r:id="rId9"/>
    <p:sldLayoutId id="2147484223" r:id="rId10"/>
    <p:sldLayoutId id="2147484224" r:id="rId11"/>
    <p:sldLayoutId id="2147484225" r:id="rId12"/>
    <p:sldLayoutId id="2147484226" r:id="rId13"/>
    <p:sldLayoutId id="2147484227" r:id="rId14"/>
    <p:sldLayoutId id="2147484228" r:id="rId15"/>
    <p:sldLayoutId id="2147484229" r:id="rId16"/>
    <p:sldLayoutId id="2147484230" r:id="rId17"/>
    <p:sldLayoutId id="2147484231" r:id="rId18"/>
    <p:sldLayoutId id="2147484232" r:id="rId19"/>
    <p:sldLayoutId id="2147484233" r:id="rId20"/>
    <p:sldLayoutId id="2147484234" r:id="rId21"/>
    <p:sldLayoutId id="2147484235" r:id="rId22"/>
    <p:sldLayoutId id="2147484236" r:id="rId23"/>
    <p:sldLayoutId id="2147484237" r:id="rId24"/>
    <p:sldLayoutId id="2147484238" r:id="rId25"/>
    <p:sldLayoutId id="2147484239" r:id="rId26"/>
    <p:sldLayoutId id="2147484240" r:id="rId27"/>
    <p:sldLayoutId id="2147484241" r:id="rId28"/>
    <p:sldLayoutId id="2147484242" r:id="rId29"/>
    <p:sldLayoutId id="2147484243" r:id="rId30"/>
    <p:sldLayoutId id="2147484244" r:id="rId31"/>
    <p:sldLayoutId id="2147484245" r:id="rId32"/>
    <p:sldLayoutId id="2147484246" r:id="rId33"/>
    <p:sldLayoutId id="2147484247" r:id="rId34"/>
    <p:sldLayoutId id="2147484248" r:id="rId35"/>
    <p:sldLayoutId id="2147484249" r:id="rId36"/>
    <p:sldLayoutId id="2147484250" r:id="rId37"/>
    <p:sldLayoutId id="2147484251" r:id="rId38"/>
    <p:sldLayoutId id="2147484252" r:id="rId39"/>
    <p:sldLayoutId id="2147484253" r:id="rId40"/>
    <p:sldLayoutId id="2147484254" r:id="rId41"/>
    <p:sldLayoutId id="2147484255" r:id="rId42"/>
    <p:sldLayoutId id="2147484256" r:id="rId43"/>
    <p:sldLayoutId id="2147484257" r:id="rId44"/>
    <p:sldLayoutId id="2147484258" r:id="rId45"/>
    <p:sldLayoutId id="2147484259" r:id="rId46"/>
    <p:sldLayoutId id="2147484260" r:id="rId47"/>
    <p:sldLayoutId id="2147484261" r:id="rId48"/>
    <p:sldLayoutId id="2147484262" r:id="rId49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581576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lang="en-US" sz="2295" b="0" i="0" u="none" kern="1200" dirty="0">
          <a:solidFill>
            <a:schemeClr val="bg1"/>
          </a:solidFill>
          <a:latin typeface="+mj-lt"/>
          <a:ea typeface="CiscoSansTT Thin" charset="0"/>
          <a:cs typeface="CiscoSansTT Thin" charset="0"/>
        </a:defRPr>
      </a:lvl1pPr>
      <a:lvl2pPr algn="l" defTabSz="581576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2720">
          <a:solidFill>
            <a:srgbClr val="676767"/>
          </a:solidFill>
          <a:latin typeface="Arial" charset="0"/>
          <a:ea typeface="ＭＳ Ｐゴシック" charset="0"/>
        </a:defRPr>
      </a:lvl2pPr>
      <a:lvl3pPr algn="l" defTabSz="581576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2720">
          <a:solidFill>
            <a:srgbClr val="676767"/>
          </a:solidFill>
          <a:latin typeface="Arial" charset="0"/>
          <a:ea typeface="ＭＳ Ｐゴシック" charset="0"/>
        </a:defRPr>
      </a:lvl3pPr>
      <a:lvl4pPr algn="l" defTabSz="581576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2720">
          <a:solidFill>
            <a:srgbClr val="676767"/>
          </a:solidFill>
          <a:latin typeface="Arial" charset="0"/>
          <a:ea typeface="ＭＳ Ｐゴシック" charset="0"/>
        </a:defRPr>
      </a:lvl4pPr>
      <a:lvl5pPr algn="l" defTabSz="581576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2720">
          <a:solidFill>
            <a:srgbClr val="676767"/>
          </a:solidFill>
          <a:latin typeface="Arial" charset="0"/>
          <a:ea typeface="ＭＳ Ｐゴシック" charset="0"/>
        </a:defRPr>
      </a:lvl5pPr>
      <a:lvl6pPr marL="388617" algn="l" defTabSz="581576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2720">
          <a:solidFill>
            <a:srgbClr val="676767"/>
          </a:solidFill>
          <a:latin typeface="Arial" charset="0"/>
          <a:ea typeface="ＭＳ Ｐゴシック" charset="0"/>
        </a:defRPr>
      </a:lvl6pPr>
      <a:lvl7pPr marL="777234" algn="l" defTabSz="581576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2720">
          <a:solidFill>
            <a:srgbClr val="676767"/>
          </a:solidFill>
          <a:latin typeface="Arial" charset="0"/>
          <a:ea typeface="ＭＳ Ｐゴシック" charset="0"/>
        </a:defRPr>
      </a:lvl7pPr>
      <a:lvl8pPr marL="1165850" algn="l" defTabSz="581576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2720">
          <a:solidFill>
            <a:srgbClr val="676767"/>
          </a:solidFill>
          <a:latin typeface="Arial" charset="0"/>
          <a:ea typeface="ＭＳ Ｐゴシック" charset="0"/>
        </a:defRPr>
      </a:lvl8pPr>
      <a:lvl9pPr marL="1554467" algn="l" defTabSz="581576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2720">
          <a:solidFill>
            <a:srgbClr val="676767"/>
          </a:solidFill>
          <a:latin typeface="Arial" charset="0"/>
          <a:ea typeface="ＭＳ Ｐゴシック" charset="0"/>
        </a:defRPr>
      </a:lvl9pPr>
    </p:titleStyle>
    <p:bodyStyle>
      <a:lvl1pPr marL="144382" indent="-144382" algn="l" defTabSz="581576" rtl="0" eaLnBrk="1" fontAlgn="base" hangingPunct="1">
        <a:lnSpc>
          <a:spcPct val="95000"/>
        </a:lnSpc>
        <a:spcBef>
          <a:spcPts val="914"/>
        </a:spcBef>
        <a:spcAft>
          <a:spcPct val="0"/>
        </a:spcAft>
        <a:buClrTx/>
        <a:buSzPct val="90000"/>
        <a:buFont typeface="Arial" charset="0"/>
        <a:buChar char="•"/>
        <a:defRPr lang="en-US" sz="1530" kern="1200" dirty="0">
          <a:solidFill>
            <a:schemeClr val="tx1"/>
          </a:solidFill>
          <a:latin typeface="+mn-lt"/>
          <a:ea typeface="ＭＳ Ｐゴシック" charset="0"/>
          <a:cs typeface="CiscoSans"/>
        </a:defRPr>
      </a:lvl1pPr>
      <a:lvl2pPr marL="291465" indent="-144721" algn="l" defTabSz="581576" rtl="0" eaLnBrk="1" fontAlgn="base" hangingPunct="1">
        <a:lnSpc>
          <a:spcPct val="95000"/>
        </a:lnSpc>
        <a:spcBef>
          <a:spcPts val="510"/>
        </a:spcBef>
        <a:spcAft>
          <a:spcPct val="0"/>
        </a:spcAft>
        <a:buClrTx/>
        <a:buFont typeface="Arial" charset="0"/>
        <a:buChar char="•"/>
        <a:defRPr lang="en-US" sz="1275" kern="1200" dirty="0">
          <a:solidFill>
            <a:schemeClr val="tx1"/>
          </a:solidFill>
          <a:latin typeface="+mn-lt"/>
          <a:ea typeface="ＭＳ Ｐゴシック" charset="0"/>
          <a:cs typeface="CiscoSans"/>
        </a:defRPr>
      </a:lvl2pPr>
      <a:lvl3pPr marL="363320" indent="-146745" algn="l" defTabSz="581576" rtl="0" eaLnBrk="1" fontAlgn="base" hangingPunct="1">
        <a:lnSpc>
          <a:spcPct val="95000"/>
        </a:lnSpc>
        <a:spcBef>
          <a:spcPts val="531"/>
        </a:spcBef>
        <a:spcAft>
          <a:spcPct val="0"/>
        </a:spcAft>
        <a:buClrTx/>
        <a:buFont typeface="Arial" charset="0"/>
        <a:buChar char="•"/>
        <a:defRPr lang="en-US" sz="1148" kern="1200" dirty="0">
          <a:solidFill>
            <a:schemeClr val="tx1"/>
          </a:solidFill>
          <a:latin typeface="+mn-lt"/>
          <a:ea typeface="ＭＳ Ｐゴシック" charset="0"/>
          <a:cs typeface="CiscoSans"/>
        </a:defRPr>
      </a:lvl3pPr>
      <a:lvl4pPr marL="438210" indent="-146745" algn="l" defTabSz="581576" rtl="0" eaLnBrk="1" fontAlgn="base" hangingPunct="1">
        <a:lnSpc>
          <a:spcPct val="95000"/>
        </a:lnSpc>
        <a:spcBef>
          <a:spcPts val="531"/>
        </a:spcBef>
        <a:spcAft>
          <a:spcPct val="0"/>
        </a:spcAft>
        <a:buClrTx/>
        <a:buFont typeface="Arial" charset="0"/>
        <a:buChar char="•"/>
        <a:defRPr lang="en-US" sz="1020" kern="1200" dirty="0">
          <a:solidFill>
            <a:schemeClr val="tx1"/>
          </a:solidFill>
          <a:latin typeface="+mn-lt"/>
          <a:ea typeface="ＭＳ Ｐゴシック" charset="0"/>
          <a:cs typeface="CiscoSans"/>
        </a:defRPr>
      </a:lvl4pPr>
      <a:lvl5pPr marL="511076" indent="-147757" algn="l" defTabSz="581576" rtl="0" eaLnBrk="1" fontAlgn="base" hangingPunct="1">
        <a:lnSpc>
          <a:spcPct val="95000"/>
        </a:lnSpc>
        <a:spcBef>
          <a:spcPts val="531"/>
        </a:spcBef>
        <a:spcAft>
          <a:spcPct val="0"/>
        </a:spcAft>
        <a:buClrTx/>
        <a:buFont typeface="Arial" charset="0"/>
        <a:buChar char="•"/>
        <a:defRPr lang="en-US" sz="893" kern="1200" dirty="0">
          <a:solidFill>
            <a:schemeClr val="tx1"/>
          </a:solidFill>
          <a:latin typeface="+mn-lt"/>
          <a:ea typeface="ＭＳ Ｐゴシック" charset="0"/>
          <a:cs typeface="CiscoSans"/>
        </a:defRPr>
      </a:lvl5pPr>
      <a:lvl6pPr marL="734271" indent="-145727" algn="l" defTabSz="582906" rtl="0" eaLnBrk="1" latinLnBrk="0" hangingPunct="1">
        <a:spcBef>
          <a:spcPts val="510"/>
        </a:spcBef>
        <a:buFont typeface="Arial" pitchFamily="34" charset="0"/>
        <a:buChar char="•"/>
        <a:defRPr sz="765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795460" indent="-145708" algn="l" defTabSz="582906" rtl="0" eaLnBrk="1" latinLnBrk="0" hangingPunct="1">
        <a:spcBef>
          <a:spcPts val="510"/>
        </a:spcBef>
        <a:buFont typeface="Arial" pitchFamily="34" charset="0"/>
        <a:buChar char="•"/>
        <a:defRPr sz="68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040170" indent="0" algn="l" defTabSz="582906" rtl="0" eaLnBrk="1" latinLnBrk="0" hangingPunct="1">
        <a:spcBef>
          <a:spcPct val="20000"/>
        </a:spcBef>
        <a:buFont typeface="Arial" pitchFamily="34" charset="0"/>
        <a:buNone/>
        <a:defRPr sz="1275" kern="1200">
          <a:solidFill>
            <a:schemeClr val="tx1"/>
          </a:solidFill>
          <a:latin typeface="+mn-lt"/>
          <a:ea typeface="+mn-ea"/>
          <a:cs typeface="+mn-cs"/>
        </a:defRPr>
      </a:lvl8pPr>
      <a:lvl9pPr marL="2477349" indent="-145727" algn="l" defTabSz="582906" rtl="0" eaLnBrk="1" latinLnBrk="0" hangingPunct="1">
        <a:spcBef>
          <a:spcPct val="20000"/>
        </a:spcBef>
        <a:buFont typeface="Arial" pitchFamily="34" charset="0"/>
        <a:buChar char="•"/>
        <a:defRPr sz="127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82906" rtl="0" eaLnBrk="1" latinLnBrk="0" hangingPunct="1">
        <a:defRPr sz="1190" kern="1200">
          <a:solidFill>
            <a:schemeClr val="tx1"/>
          </a:solidFill>
          <a:latin typeface="+mn-lt"/>
          <a:ea typeface="+mn-ea"/>
          <a:cs typeface="+mn-cs"/>
        </a:defRPr>
      </a:lvl1pPr>
      <a:lvl2pPr marL="291451" algn="l" defTabSz="582906" rtl="0" eaLnBrk="1" latinLnBrk="0" hangingPunct="1">
        <a:defRPr sz="1190" kern="1200">
          <a:solidFill>
            <a:schemeClr val="tx1"/>
          </a:solidFill>
          <a:latin typeface="+mn-lt"/>
          <a:ea typeface="+mn-ea"/>
          <a:cs typeface="+mn-cs"/>
        </a:defRPr>
      </a:lvl2pPr>
      <a:lvl3pPr marL="582906" algn="l" defTabSz="582906" rtl="0" eaLnBrk="1" latinLnBrk="0" hangingPunct="1">
        <a:defRPr sz="1190" kern="1200">
          <a:solidFill>
            <a:schemeClr val="tx1"/>
          </a:solidFill>
          <a:latin typeface="+mn-lt"/>
          <a:ea typeface="+mn-ea"/>
          <a:cs typeface="+mn-cs"/>
        </a:defRPr>
      </a:lvl3pPr>
      <a:lvl4pPr marL="874358" algn="l" defTabSz="582906" rtl="0" eaLnBrk="1" latinLnBrk="0" hangingPunct="1">
        <a:defRPr sz="1190" kern="1200">
          <a:solidFill>
            <a:schemeClr val="tx1"/>
          </a:solidFill>
          <a:latin typeface="+mn-lt"/>
          <a:ea typeface="+mn-ea"/>
          <a:cs typeface="+mn-cs"/>
        </a:defRPr>
      </a:lvl4pPr>
      <a:lvl5pPr marL="1165812" algn="l" defTabSz="582906" rtl="0" eaLnBrk="1" latinLnBrk="0" hangingPunct="1">
        <a:defRPr sz="1190" kern="1200">
          <a:solidFill>
            <a:schemeClr val="tx1"/>
          </a:solidFill>
          <a:latin typeface="+mn-lt"/>
          <a:ea typeface="+mn-ea"/>
          <a:cs typeface="+mn-cs"/>
        </a:defRPr>
      </a:lvl5pPr>
      <a:lvl6pPr marL="1457263" algn="l" defTabSz="582906" rtl="0" eaLnBrk="1" latinLnBrk="0" hangingPunct="1">
        <a:defRPr sz="1190" kern="1200">
          <a:solidFill>
            <a:schemeClr val="tx1"/>
          </a:solidFill>
          <a:latin typeface="+mn-lt"/>
          <a:ea typeface="+mn-ea"/>
          <a:cs typeface="+mn-cs"/>
        </a:defRPr>
      </a:lvl6pPr>
      <a:lvl7pPr marL="1748717" algn="l" defTabSz="582906" rtl="0" eaLnBrk="1" latinLnBrk="0" hangingPunct="1">
        <a:defRPr sz="1190" kern="1200">
          <a:solidFill>
            <a:schemeClr val="tx1"/>
          </a:solidFill>
          <a:latin typeface="+mn-lt"/>
          <a:ea typeface="+mn-ea"/>
          <a:cs typeface="+mn-cs"/>
        </a:defRPr>
      </a:lvl7pPr>
      <a:lvl8pPr marL="2040170" algn="l" defTabSz="582906" rtl="0" eaLnBrk="1" latinLnBrk="0" hangingPunct="1">
        <a:defRPr sz="1190" kern="1200">
          <a:solidFill>
            <a:schemeClr val="tx1"/>
          </a:solidFill>
          <a:latin typeface="+mn-lt"/>
          <a:ea typeface="+mn-ea"/>
          <a:cs typeface="+mn-cs"/>
        </a:defRPr>
      </a:lvl8pPr>
      <a:lvl9pPr marL="2331624" algn="l" defTabSz="582906" rtl="0" eaLnBrk="1" latinLnBrk="0" hangingPunct="1">
        <a:defRPr sz="119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pos="384">
          <p15:clr>
            <a:srgbClr val="F26B43"/>
          </p15:clr>
        </p15:guide>
        <p15:guide id="3" pos="7296">
          <p15:clr>
            <a:srgbClr val="F26B43"/>
          </p15:clr>
        </p15:guide>
        <p15:guide id="6" pos="3835">
          <p15:clr>
            <a:srgbClr val="F26B43"/>
          </p15:clr>
        </p15:guide>
        <p15:guide id="9" orient="horz" pos="3864">
          <p15:clr>
            <a:srgbClr val="F26B43"/>
          </p15:clr>
        </p15:guide>
        <p15:guide id="10" orient="horz" pos="240">
          <p15:clr>
            <a:srgbClr val="F26B43"/>
          </p15:clr>
        </p15:guide>
        <p15:guide id="11" orient="horz" pos="2160">
          <p15:clr>
            <a:srgbClr val="F26B43"/>
          </p15:clr>
        </p15:guide>
        <p15:guide id="12" orient="horz" pos="672">
          <p15:clr>
            <a:srgbClr val="F26B43"/>
          </p15:clr>
        </p15:guide>
        <p15:guide id="13" orient="horz" pos="888">
          <p15:clr>
            <a:srgbClr val="F26B43"/>
          </p15:clr>
        </p15:guide>
        <p15:guide id="14" pos="245">
          <p15:clr>
            <a:srgbClr val="F26B43"/>
          </p15:clr>
        </p15:guide>
        <p15:guide id="15" pos="4651">
          <p15:clr>
            <a:srgbClr val="F26B43"/>
          </p15:clr>
        </p15:guide>
        <p15:guide id="16" pos="2445">
          <p15:clr>
            <a:srgbClr val="F26B43"/>
          </p15:clr>
        </p15:guide>
        <p15:guide id="17" orient="horz" pos="5667">
          <p15:clr>
            <a:srgbClr val="F26B43"/>
          </p15:clr>
        </p15:guide>
        <p15:guide id="18" orient="horz" pos="352">
          <p15:clr>
            <a:srgbClr val="F26B43"/>
          </p15:clr>
        </p15:guide>
        <p15:guide id="19" orient="horz" pos="3168">
          <p15:clr>
            <a:srgbClr val="F26B43"/>
          </p15:clr>
        </p15:guide>
        <p15:guide id="20" orient="horz" pos="986">
          <p15:clr>
            <a:srgbClr val="F26B43"/>
          </p15:clr>
        </p15:guide>
        <p15:guide id="21" orient="horz" pos="1302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9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09410C9E-97AA-4D31-9AA8-F07A8017EB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6455" y="3540768"/>
            <a:ext cx="3367028" cy="990778"/>
          </a:xfrm>
        </p:spPr>
        <p:txBody>
          <a:bodyPr/>
          <a:lstStyle/>
          <a:p>
            <a:r>
              <a:rPr lang="en-US" b="1" dirty="0"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</a:rPr>
              <a:t>&lt;INSERT JOB AID TITLE&gt;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55A75835-5A67-698C-AA0B-62387C605D5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06455" y="4656506"/>
            <a:ext cx="3218140" cy="335280"/>
          </a:xfrm>
        </p:spPr>
        <p:txBody>
          <a:bodyPr/>
          <a:lstStyle/>
          <a:p>
            <a:r>
              <a:rPr lang="en-US"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</a:rPr>
              <a:t>Subtitle placeholder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6073658-7E56-4713-4D36-111EF593FC75}"/>
              </a:ext>
            </a:extLst>
          </p:cNvPr>
          <p:cNvSpPr/>
          <p:nvPr/>
        </p:nvSpPr>
        <p:spPr>
          <a:xfrm>
            <a:off x="0" y="9892145"/>
            <a:ext cx="7772400" cy="166255"/>
          </a:xfrm>
          <a:prstGeom prst="rect">
            <a:avLst/>
          </a:prstGeom>
          <a:gradFill flip="none" rotWithShape="1">
            <a:gsLst>
              <a:gs pos="50000">
                <a:srgbClr val="FFAABD"/>
              </a:gs>
              <a:gs pos="10000">
                <a:srgbClr val="FFD755"/>
              </a:gs>
              <a:gs pos="90000">
                <a:srgbClr val="D73E45"/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endParaRPr lang="en-US">
              <a:latin typeface="Inter" panose="02000503000000020004" pitchFamily="2" charset="0"/>
              <a:ea typeface="Inter" panose="02000503000000020004" pitchFamily="2" charset="0"/>
              <a:cs typeface="Inter" panose="02000503000000020004" pitchFamily="2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CB31148-C13E-FB6A-4358-C152E74C6795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415329" y="9530454"/>
            <a:ext cx="490626" cy="17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52348" tIns="26173" rIns="52348" bIns="26173" anchor="b">
            <a:spAutoFit/>
          </a:bodyPr>
          <a:lstStyle/>
          <a:p>
            <a:pPr defTabSz="519128" fontAlgn="auto">
              <a:spcBef>
                <a:spcPts val="0"/>
              </a:spcBef>
              <a:spcAft>
                <a:spcPts val="0"/>
              </a:spcAft>
              <a:defRPr/>
            </a:pPr>
            <a:fld id="{9455A196-DBE5-CA43-A2D6-20DA7E97BD65}" type="slidenum">
              <a:rPr lang="en-US" sz="800" spc="17" baseline="0" smtClean="0"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</a:rPr>
              <a:t>1</a:t>
            </a:fld>
            <a:endParaRPr lang="en-US" sz="800" spc="17" baseline="0">
              <a:latin typeface="Inter" panose="02000503000000020004" pitchFamily="2" charset="0"/>
              <a:ea typeface="Inter" panose="02000503000000020004" pitchFamily="2" charset="0"/>
              <a:cs typeface="Inter" panose="02000503000000020004" pitchFamily="2" charset="0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7EB3CC7-FBD2-04E7-4965-53D66B0C4DA6}"/>
              </a:ext>
            </a:extLst>
          </p:cNvPr>
          <p:cNvCxnSpPr>
            <a:cxnSpLocks/>
          </p:cNvCxnSpPr>
          <p:nvPr/>
        </p:nvCxnSpPr>
        <p:spPr>
          <a:xfrm>
            <a:off x="415329" y="1291999"/>
            <a:ext cx="6858000" cy="0"/>
          </a:xfrm>
          <a:prstGeom prst="line">
            <a:avLst/>
          </a:prstGeom>
          <a:solidFill>
            <a:schemeClr val="bg2">
              <a:lumMod val="95000"/>
              <a:alpha val="60000"/>
            </a:schemeClr>
          </a:solidFill>
          <a:ln w="12700">
            <a:gradFill flip="none" rotWithShape="1">
              <a:gsLst>
                <a:gs pos="10000">
                  <a:srgbClr val="FFD755"/>
                </a:gs>
                <a:gs pos="50000">
                  <a:srgbClr val="FFAABD"/>
                </a:gs>
                <a:gs pos="90000">
                  <a:srgbClr val="D73E45"/>
                </a:gs>
              </a:gsLst>
              <a:lin ang="1200000" scaled="0"/>
              <a:tileRect/>
            </a:gra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</p:spTree>
    <p:extLst>
      <p:ext uri="{BB962C8B-B14F-4D97-AF65-F5344CB8AC3E}">
        <p14:creationId xmlns:p14="http://schemas.microsoft.com/office/powerpoint/2010/main" val="18934539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745D2AC-B79F-E740-772E-6E2C9DECE7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Box 20">
            <a:extLst>
              <a:ext uri="{FF2B5EF4-FFF2-40B4-BE49-F238E27FC236}">
                <a16:creationId xmlns:a16="http://schemas.microsoft.com/office/drawing/2014/main" id="{B239122B-E48E-A4D3-8A9A-F7B4E2CB73F2}"/>
              </a:ext>
            </a:extLst>
          </p:cNvPr>
          <p:cNvSpPr txBox="1"/>
          <p:nvPr/>
        </p:nvSpPr>
        <p:spPr>
          <a:xfrm>
            <a:off x="4042486" y="442317"/>
            <a:ext cx="3358814" cy="27699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r"/>
            <a:r>
              <a:rPr lang="en-US" sz="1200">
                <a:latin typeface="CiscoSansTT" panose="020B0503020201020303" pitchFamily="34" charset="0"/>
                <a:cs typeface="CiscoSansTT" panose="020B0503020201020303" pitchFamily="34" charset="0"/>
              </a:rPr>
              <a:t>&lt;Insert Document Title&gt;</a:t>
            </a:r>
          </a:p>
        </p:txBody>
      </p:sp>
      <p:sp>
        <p:nvSpPr>
          <p:cNvPr id="86" name="Rounded Rectangle 85">
            <a:extLst>
              <a:ext uri="{FF2B5EF4-FFF2-40B4-BE49-F238E27FC236}">
                <a16:creationId xmlns:a16="http://schemas.microsoft.com/office/drawing/2014/main" id="{41987270-2C12-6A2A-F3E9-3E57D4577732}"/>
              </a:ext>
            </a:extLst>
          </p:cNvPr>
          <p:cNvSpPr/>
          <p:nvPr/>
        </p:nvSpPr>
        <p:spPr>
          <a:xfrm>
            <a:off x="421532" y="1667208"/>
            <a:ext cx="6976610" cy="1900240"/>
          </a:xfrm>
          <a:prstGeom prst="roundRect">
            <a:avLst>
              <a:gd name="adj" fmla="val 9985"/>
            </a:avLst>
          </a:prstGeom>
          <a:solidFill>
            <a:schemeClr val="bg2">
              <a:lumMod val="95000"/>
              <a:alpha val="6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marL="0" marR="0" lvl="0" indent="0" algn="ctr" defTabSz="609559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414244"/>
              </a:solidFill>
              <a:effectLst/>
              <a:uLnTx/>
              <a:uFillTx/>
              <a:latin typeface="CiscoSansTT Light"/>
              <a:ea typeface="+mn-ea"/>
              <a:cs typeface="+mn-cs"/>
            </a:endParaRPr>
          </a:p>
        </p:txBody>
      </p:sp>
      <p:sp>
        <p:nvSpPr>
          <p:cNvPr id="87" name="Content Placeholder 2">
            <a:extLst>
              <a:ext uri="{FF2B5EF4-FFF2-40B4-BE49-F238E27FC236}">
                <a16:creationId xmlns:a16="http://schemas.microsoft.com/office/drawing/2014/main" id="{CBE5EB84-656F-B540-0DAD-F15CF665DCBC}"/>
              </a:ext>
            </a:extLst>
          </p:cNvPr>
          <p:cNvSpPr txBox="1">
            <a:spLocks/>
          </p:cNvSpPr>
          <p:nvPr/>
        </p:nvSpPr>
        <p:spPr>
          <a:xfrm>
            <a:off x="749732" y="1893282"/>
            <a:ext cx="6309974" cy="1387800"/>
          </a:xfrm>
          <a:prstGeom prst="rect">
            <a:avLst/>
          </a:prstGeom>
        </p:spPr>
        <p:txBody>
          <a:bodyPr anchor="t">
            <a:noAutofit/>
          </a:bodyPr>
          <a:lstStyle>
            <a:lvl1pPr marL="226482" indent="-226482" algn="l" defTabSz="912276" rtl="0" eaLnBrk="1" fontAlgn="base" hangingPunct="1">
              <a:lnSpc>
                <a:spcPct val="95000"/>
              </a:lnSpc>
              <a:spcBef>
                <a:spcPts val="1433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Arial" charset="0"/>
              <a:buChar char="•"/>
              <a:defRPr lang="en-US" sz="2400" kern="1200" dirty="0">
                <a:solidFill>
                  <a:schemeClr val="bg2"/>
                </a:solidFill>
                <a:latin typeface="+mn-lt"/>
                <a:ea typeface="ＭＳ Ｐゴシック" charset="0"/>
                <a:cs typeface="CiscoSans"/>
              </a:defRPr>
            </a:lvl1pPr>
            <a:lvl2pPr marL="457200" indent="-227013" algn="l" defTabSz="912276" rtl="0" eaLnBrk="1" fontAlgn="base" hangingPunct="1">
              <a:lnSpc>
                <a:spcPct val="95000"/>
              </a:lnSpc>
              <a:spcBef>
                <a:spcPts val="800"/>
              </a:spcBef>
              <a:spcAft>
                <a:spcPct val="0"/>
              </a:spcAft>
              <a:buClr>
                <a:schemeClr val="accent1"/>
              </a:buClr>
              <a:buFont typeface="Arial" charset="0"/>
              <a:buChar char="•"/>
              <a:defRPr lang="en-US" sz="2000" kern="1200" dirty="0">
                <a:solidFill>
                  <a:schemeClr val="bg2"/>
                </a:solidFill>
                <a:latin typeface="+mn-lt"/>
                <a:ea typeface="ＭＳ Ｐゴシック" charset="0"/>
                <a:cs typeface="CiscoSans"/>
              </a:defRPr>
            </a:lvl2pPr>
            <a:lvl3pPr marL="569913" indent="-230188" algn="l" defTabSz="912276" rtl="0" eaLnBrk="1" fontAlgn="base" hangingPunct="1">
              <a:lnSpc>
                <a:spcPct val="95000"/>
              </a:lnSpc>
              <a:spcBef>
                <a:spcPts val="833"/>
              </a:spcBef>
              <a:spcAft>
                <a:spcPct val="0"/>
              </a:spcAft>
              <a:buClr>
                <a:schemeClr val="accent1"/>
              </a:buClr>
              <a:buFont typeface="Arial" charset="0"/>
              <a:buChar char="•"/>
              <a:defRPr lang="en-US" sz="1800" kern="1200" dirty="0">
                <a:solidFill>
                  <a:schemeClr val="bg2"/>
                </a:solidFill>
                <a:latin typeface="+mn-lt"/>
                <a:ea typeface="ＭＳ Ｐゴシック" charset="0"/>
                <a:cs typeface="CiscoSans"/>
              </a:defRPr>
            </a:lvl3pPr>
            <a:lvl4pPr marL="687388" indent="-230188" algn="l" defTabSz="912276" rtl="0" eaLnBrk="1" fontAlgn="base" hangingPunct="1">
              <a:lnSpc>
                <a:spcPct val="95000"/>
              </a:lnSpc>
              <a:spcBef>
                <a:spcPts val="833"/>
              </a:spcBef>
              <a:spcAft>
                <a:spcPct val="0"/>
              </a:spcAft>
              <a:buClr>
                <a:schemeClr val="accent1"/>
              </a:buClr>
              <a:buFont typeface="Arial" charset="0"/>
              <a:buChar char="•"/>
              <a:defRPr lang="en-US" sz="1600" kern="1200" dirty="0">
                <a:solidFill>
                  <a:schemeClr val="bg2"/>
                </a:solidFill>
                <a:latin typeface="+mn-lt"/>
                <a:ea typeface="ＭＳ Ｐゴシック" charset="0"/>
                <a:cs typeface="CiscoSans"/>
              </a:defRPr>
            </a:lvl4pPr>
            <a:lvl5pPr marL="801688" indent="-231775" algn="l" defTabSz="912276" rtl="0" eaLnBrk="1" fontAlgn="base" hangingPunct="1">
              <a:lnSpc>
                <a:spcPct val="95000"/>
              </a:lnSpc>
              <a:spcBef>
                <a:spcPts val="833"/>
              </a:spcBef>
              <a:spcAft>
                <a:spcPct val="0"/>
              </a:spcAft>
              <a:buClr>
                <a:schemeClr val="accent1"/>
              </a:buClr>
              <a:buFont typeface="Arial" charset="0"/>
              <a:buChar char="•"/>
              <a:defRPr lang="en-US" sz="1400" kern="1200" dirty="0">
                <a:solidFill>
                  <a:schemeClr val="bg2"/>
                </a:solidFill>
                <a:latin typeface="+mn-lt"/>
                <a:ea typeface="ＭＳ Ｐゴシック" charset="0"/>
                <a:cs typeface="CiscoSans"/>
              </a:defRPr>
            </a:lvl5pPr>
            <a:lvl6pPr marL="1151798" indent="-228592" algn="l" defTabSz="914362" rtl="0" eaLnBrk="1" latinLnBrk="0" hangingPunct="1">
              <a:spcBef>
                <a:spcPts val="800"/>
              </a:spcBef>
              <a:buFont typeface="Arial" pitchFamily="34" charset="0"/>
              <a:buChar char="•"/>
              <a:defRPr sz="12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47781" indent="-228561" algn="l" defTabSz="914362" rtl="0" eaLnBrk="1" latinLnBrk="0" hangingPunct="1">
              <a:spcBef>
                <a:spcPts val="800"/>
              </a:spcBef>
              <a:buFont typeface="Arial" pitchFamily="34" charset="0"/>
              <a:buChar char="•"/>
              <a:defRPr sz="1067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267" indent="0" algn="l" defTabSz="914362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38" indent="-228592" algn="l" defTabSz="91436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2276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BCEB"/>
              </a:buClr>
              <a:buSzPct val="90000"/>
              <a:buFont typeface="Arial" charset="0"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1182E"/>
                </a:solidFill>
                <a:effectLst/>
                <a:uLnTx/>
                <a:uFillTx/>
                <a:latin typeface="CiscoSansTT Light"/>
                <a:ea typeface="ＭＳ Ｐゴシック" charset="0"/>
                <a:cs typeface="CiscoSans"/>
              </a:rPr>
              <a:t>&lt;Insert Disclaimer&gt;</a:t>
            </a:r>
          </a:p>
        </p:txBody>
      </p:sp>
      <p:sp>
        <p:nvSpPr>
          <p:cNvPr id="88" name="Rounded Rectangle 87">
            <a:extLst>
              <a:ext uri="{FF2B5EF4-FFF2-40B4-BE49-F238E27FC236}">
                <a16:creationId xmlns:a16="http://schemas.microsoft.com/office/drawing/2014/main" id="{D5203DCE-150A-022B-BDB9-CDCE88B111F1}"/>
              </a:ext>
            </a:extLst>
          </p:cNvPr>
          <p:cNvSpPr/>
          <p:nvPr/>
        </p:nvSpPr>
        <p:spPr>
          <a:xfrm>
            <a:off x="421532" y="3847705"/>
            <a:ext cx="6976610" cy="1900240"/>
          </a:xfrm>
          <a:prstGeom prst="roundRect">
            <a:avLst>
              <a:gd name="adj" fmla="val 9985"/>
            </a:avLst>
          </a:prstGeom>
          <a:solidFill>
            <a:schemeClr val="bg2">
              <a:lumMod val="95000"/>
              <a:alpha val="6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marL="0" marR="0" lvl="0" indent="0" algn="ctr" defTabSz="609559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414244"/>
              </a:solidFill>
              <a:effectLst/>
              <a:uLnTx/>
              <a:uFillTx/>
              <a:latin typeface="CiscoSansTT Light"/>
              <a:ea typeface="+mn-ea"/>
              <a:cs typeface="+mn-cs"/>
            </a:endParaRPr>
          </a:p>
        </p:txBody>
      </p:sp>
      <p:sp>
        <p:nvSpPr>
          <p:cNvPr id="89" name="Content Placeholder 2">
            <a:extLst>
              <a:ext uri="{FF2B5EF4-FFF2-40B4-BE49-F238E27FC236}">
                <a16:creationId xmlns:a16="http://schemas.microsoft.com/office/drawing/2014/main" id="{2662CF64-50C5-B13D-E299-4B3F2A37AC26}"/>
              </a:ext>
            </a:extLst>
          </p:cNvPr>
          <p:cNvSpPr txBox="1">
            <a:spLocks/>
          </p:cNvSpPr>
          <p:nvPr/>
        </p:nvSpPr>
        <p:spPr>
          <a:xfrm>
            <a:off x="749732" y="4073779"/>
            <a:ext cx="6309974" cy="1387800"/>
          </a:xfrm>
          <a:prstGeom prst="rect">
            <a:avLst/>
          </a:prstGeom>
        </p:spPr>
        <p:txBody>
          <a:bodyPr anchor="t">
            <a:noAutofit/>
          </a:bodyPr>
          <a:lstStyle>
            <a:lvl1pPr marL="226482" indent="-226482" algn="l" defTabSz="912276" rtl="0" eaLnBrk="1" fontAlgn="base" hangingPunct="1">
              <a:lnSpc>
                <a:spcPct val="95000"/>
              </a:lnSpc>
              <a:spcBef>
                <a:spcPts val="1433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Arial" charset="0"/>
              <a:buChar char="•"/>
              <a:defRPr lang="en-US" sz="2400" kern="1200" dirty="0">
                <a:solidFill>
                  <a:schemeClr val="bg2"/>
                </a:solidFill>
                <a:latin typeface="+mn-lt"/>
                <a:ea typeface="ＭＳ Ｐゴシック" charset="0"/>
                <a:cs typeface="CiscoSans"/>
              </a:defRPr>
            </a:lvl1pPr>
            <a:lvl2pPr marL="457200" indent="-227013" algn="l" defTabSz="912276" rtl="0" eaLnBrk="1" fontAlgn="base" hangingPunct="1">
              <a:lnSpc>
                <a:spcPct val="95000"/>
              </a:lnSpc>
              <a:spcBef>
                <a:spcPts val="800"/>
              </a:spcBef>
              <a:spcAft>
                <a:spcPct val="0"/>
              </a:spcAft>
              <a:buClr>
                <a:schemeClr val="accent1"/>
              </a:buClr>
              <a:buFont typeface="Arial" charset="0"/>
              <a:buChar char="•"/>
              <a:defRPr lang="en-US" sz="2000" kern="1200" dirty="0">
                <a:solidFill>
                  <a:schemeClr val="bg2"/>
                </a:solidFill>
                <a:latin typeface="+mn-lt"/>
                <a:ea typeface="ＭＳ Ｐゴシック" charset="0"/>
                <a:cs typeface="CiscoSans"/>
              </a:defRPr>
            </a:lvl2pPr>
            <a:lvl3pPr marL="569913" indent="-230188" algn="l" defTabSz="912276" rtl="0" eaLnBrk="1" fontAlgn="base" hangingPunct="1">
              <a:lnSpc>
                <a:spcPct val="95000"/>
              </a:lnSpc>
              <a:spcBef>
                <a:spcPts val="833"/>
              </a:spcBef>
              <a:spcAft>
                <a:spcPct val="0"/>
              </a:spcAft>
              <a:buClr>
                <a:schemeClr val="accent1"/>
              </a:buClr>
              <a:buFont typeface="Arial" charset="0"/>
              <a:buChar char="•"/>
              <a:defRPr lang="en-US" sz="1800" kern="1200" dirty="0">
                <a:solidFill>
                  <a:schemeClr val="bg2"/>
                </a:solidFill>
                <a:latin typeface="+mn-lt"/>
                <a:ea typeface="ＭＳ Ｐゴシック" charset="0"/>
                <a:cs typeface="CiscoSans"/>
              </a:defRPr>
            </a:lvl3pPr>
            <a:lvl4pPr marL="687388" indent="-230188" algn="l" defTabSz="912276" rtl="0" eaLnBrk="1" fontAlgn="base" hangingPunct="1">
              <a:lnSpc>
                <a:spcPct val="95000"/>
              </a:lnSpc>
              <a:spcBef>
                <a:spcPts val="833"/>
              </a:spcBef>
              <a:spcAft>
                <a:spcPct val="0"/>
              </a:spcAft>
              <a:buClr>
                <a:schemeClr val="accent1"/>
              </a:buClr>
              <a:buFont typeface="Arial" charset="0"/>
              <a:buChar char="•"/>
              <a:defRPr lang="en-US" sz="1600" kern="1200" dirty="0">
                <a:solidFill>
                  <a:schemeClr val="bg2"/>
                </a:solidFill>
                <a:latin typeface="+mn-lt"/>
                <a:ea typeface="ＭＳ Ｐゴシック" charset="0"/>
                <a:cs typeface="CiscoSans"/>
              </a:defRPr>
            </a:lvl4pPr>
            <a:lvl5pPr marL="801688" indent="-231775" algn="l" defTabSz="912276" rtl="0" eaLnBrk="1" fontAlgn="base" hangingPunct="1">
              <a:lnSpc>
                <a:spcPct val="95000"/>
              </a:lnSpc>
              <a:spcBef>
                <a:spcPts val="833"/>
              </a:spcBef>
              <a:spcAft>
                <a:spcPct val="0"/>
              </a:spcAft>
              <a:buClr>
                <a:schemeClr val="accent1"/>
              </a:buClr>
              <a:buFont typeface="Arial" charset="0"/>
              <a:buChar char="•"/>
              <a:defRPr lang="en-US" sz="1400" kern="1200" dirty="0">
                <a:solidFill>
                  <a:schemeClr val="bg2"/>
                </a:solidFill>
                <a:latin typeface="+mn-lt"/>
                <a:ea typeface="ＭＳ Ｐゴシック" charset="0"/>
                <a:cs typeface="CiscoSans"/>
              </a:defRPr>
            </a:lvl5pPr>
            <a:lvl6pPr marL="1151798" indent="-228592" algn="l" defTabSz="914362" rtl="0" eaLnBrk="1" latinLnBrk="0" hangingPunct="1">
              <a:spcBef>
                <a:spcPts val="800"/>
              </a:spcBef>
              <a:buFont typeface="Arial" pitchFamily="34" charset="0"/>
              <a:buChar char="•"/>
              <a:defRPr sz="12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47781" indent="-228561" algn="l" defTabSz="914362" rtl="0" eaLnBrk="1" latinLnBrk="0" hangingPunct="1">
              <a:spcBef>
                <a:spcPts val="800"/>
              </a:spcBef>
              <a:buFont typeface="Arial" pitchFamily="34" charset="0"/>
              <a:buChar char="•"/>
              <a:defRPr sz="1067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267" indent="0" algn="l" defTabSz="914362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38" indent="-228592" algn="l" defTabSz="91436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2276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BCEB"/>
              </a:buClr>
              <a:buSzPct val="90000"/>
              <a:buFont typeface="Arial" charset="0"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1182E"/>
                </a:solidFill>
                <a:effectLst/>
                <a:uLnTx/>
                <a:uFillTx/>
                <a:latin typeface="CiscoSansTT Light"/>
                <a:ea typeface="ＭＳ Ｐゴシック" charset="0"/>
                <a:cs typeface="CiscoSans"/>
              </a:rPr>
              <a:t>&lt;Insert Disclaimer&gt;</a:t>
            </a:r>
          </a:p>
        </p:txBody>
      </p:sp>
      <p:sp>
        <p:nvSpPr>
          <p:cNvPr id="90" name="Rounded Rectangle 89">
            <a:extLst>
              <a:ext uri="{FF2B5EF4-FFF2-40B4-BE49-F238E27FC236}">
                <a16:creationId xmlns:a16="http://schemas.microsoft.com/office/drawing/2014/main" id="{C8C9C955-DFD2-95A7-78AB-8BE16208D5E9}"/>
              </a:ext>
            </a:extLst>
          </p:cNvPr>
          <p:cNvSpPr/>
          <p:nvPr/>
        </p:nvSpPr>
        <p:spPr>
          <a:xfrm>
            <a:off x="421532" y="6028202"/>
            <a:ext cx="6976610" cy="1900240"/>
          </a:xfrm>
          <a:prstGeom prst="roundRect">
            <a:avLst>
              <a:gd name="adj" fmla="val 9985"/>
            </a:avLst>
          </a:prstGeom>
          <a:solidFill>
            <a:schemeClr val="bg2">
              <a:lumMod val="95000"/>
              <a:alpha val="6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marL="0" marR="0" lvl="0" indent="0" algn="ctr" defTabSz="609559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414244"/>
              </a:solidFill>
              <a:effectLst/>
              <a:uLnTx/>
              <a:uFillTx/>
              <a:latin typeface="CiscoSansTT Light"/>
              <a:ea typeface="+mn-ea"/>
              <a:cs typeface="+mn-cs"/>
            </a:endParaRPr>
          </a:p>
        </p:txBody>
      </p:sp>
      <p:sp>
        <p:nvSpPr>
          <p:cNvPr id="91" name="Content Placeholder 2">
            <a:extLst>
              <a:ext uri="{FF2B5EF4-FFF2-40B4-BE49-F238E27FC236}">
                <a16:creationId xmlns:a16="http://schemas.microsoft.com/office/drawing/2014/main" id="{3C5E24BC-5739-A9E6-E2C1-713D9E506A74}"/>
              </a:ext>
            </a:extLst>
          </p:cNvPr>
          <p:cNvSpPr txBox="1">
            <a:spLocks/>
          </p:cNvSpPr>
          <p:nvPr/>
        </p:nvSpPr>
        <p:spPr>
          <a:xfrm>
            <a:off x="749732" y="6254276"/>
            <a:ext cx="6309974" cy="1387800"/>
          </a:xfrm>
          <a:prstGeom prst="rect">
            <a:avLst/>
          </a:prstGeom>
        </p:spPr>
        <p:txBody>
          <a:bodyPr anchor="t">
            <a:noAutofit/>
          </a:bodyPr>
          <a:lstStyle>
            <a:lvl1pPr marL="226482" indent="-226482" algn="l" defTabSz="912276" rtl="0" eaLnBrk="1" fontAlgn="base" hangingPunct="1">
              <a:lnSpc>
                <a:spcPct val="95000"/>
              </a:lnSpc>
              <a:spcBef>
                <a:spcPts val="1433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Arial" charset="0"/>
              <a:buChar char="•"/>
              <a:defRPr lang="en-US" sz="2400" kern="1200" dirty="0">
                <a:solidFill>
                  <a:schemeClr val="bg2"/>
                </a:solidFill>
                <a:latin typeface="+mn-lt"/>
                <a:ea typeface="ＭＳ Ｐゴシック" charset="0"/>
                <a:cs typeface="CiscoSans"/>
              </a:defRPr>
            </a:lvl1pPr>
            <a:lvl2pPr marL="457200" indent="-227013" algn="l" defTabSz="912276" rtl="0" eaLnBrk="1" fontAlgn="base" hangingPunct="1">
              <a:lnSpc>
                <a:spcPct val="95000"/>
              </a:lnSpc>
              <a:spcBef>
                <a:spcPts val="800"/>
              </a:spcBef>
              <a:spcAft>
                <a:spcPct val="0"/>
              </a:spcAft>
              <a:buClr>
                <a:schemeClr val="accent1"/>
              </a:buClr>
              <a:buFont typeface="Arial" charset="0"/>
              <a:buChar char="•"/>
              <a:defRPr lang="en-US" sz="2000" kern="1200" dirty="0">
                <a:solidFill>
                  <a:schemeClr val="bg2"/>
                </a:solidFill>
                <a:latin typeface="+mn-lt"/>
                <a:ea typeface="ＭＳ Ｐゴシック" charset="0"/>
                <a:cs typeface="CiscoSans"/>
              </a:defRPr>
            </a:lvl2pPr>
            <a:lvl3pPr marL="569913" indent="-230188" algn="l" defTabSz="912276" rtl="0" eaLnBrk="1" fontAlgn="base" hangingPunct="1">
              <a:lnSpc>
                <a:spcPct val="95000"/>
              </a:lnSpc>
              <a:spcBef>
                <a:spcPts val="833"/>
              </a:spcBef>
              <a:spcAft>
                <a:spcPct val="0"/>
              </a:spcAft>
              <a:buClr>
                <a:schemeClr val="accent1"/>
              </a:buClr>
              <a:buFont typeface="Arial" charset="0"/>
              <a:buChar char="•"/>
              <a:defRPr lang="en-US" sz="1800" kern="1200" dirty="0">
                <a:solidFill>
                  <a:schemeClr val="bg2"/>
                </a:solidFill>
                <a:latin typeface="+mn-lt"/>
                <a:ea typeface="ＭＳ Ｐゴシック" charset="0"/>
                <a:cs typeface="CiscoSans"/>
              </a:defRPr>
            </a:lvl3pPr>
            <a:lvl4pPr marL="687388" indent="-230188" algn="l" defTabSz="912276" rtl="0" eaLnBrk="1" fontAlgn="base" hangingPunct="1">
              <a:lnSpc>
                <a:spcPct val="95000"/>
              </a:lnSpc>
              <a:spcBef>
                <a:spcPts val="833"/>
              </a:spcBef>
              <a:spcAft>
                <a:spcPct val="0"/>
              </a:spcAft>
              <a:buClr>
                <a:schemeClr val="accent1"/>
              </a:buClr>
              <a:buFont typeface="Arial" charset="0"/>
              <a:buChar char="•"/>
              <a:defRPr lang="en-US" sz="1600" kern="1200" dirty="0">
                <a:solidFill>
                  <a:schemeClr val="bg2"/>
                </a:solidFill>
                <a:latin typeface="+mn-lt"/>
                <a:ea typeface="ＭＳ Ｐゴシック" charset="0"/>
                <a:cs typeface="CiscoSans"/>
              </a:defRPr>
            </a:lvl4pPr>
            <a:lvl5pPr marL="801688" indent="-231775" algn="l" defTabSz="912276" rtl="0" eaLnBrk="1" fontAlgn="base" hangingPunct="1">
              <a:lnSpc>
                <a:spcPct val="95000"/>
              </a:lnSpc>
              <a:spcBef>
                <a:spcPts val="833"/>
              </a:spcBef>
              <a:spcAft>
                <a:spcPct val="0"/>
              </a:spcAft>
              <a:buClr>
                <a:schemeClr val="accent1"/>
              </a:buClr>
              <a:buFont typeface="Arial" charset="0"/>
              <a:buChar char="•"/>
              <a:defRPr lang="en-US" sz="1400" kern="1200" dirty="0">
                <a:solidFill>
                  <a:schemeClr val="bg2"/>
                </a:solidFill>
                <a:latin typeface="+mn-lt"/>
                <a:ea typeface="ＭＳ Ｐゴシック" charset="0"/>
                <a:cs typeface="CiscoSans"/>
              </a:defRPr>
            </a:lvl5pPr>
            <a:lvl6pPr marL="1151798" indent="-228592" algn="l" defTabSz="914362" rtl="0" eaLnBrk="1" latinLnBrk="0" hangingPunct="1">
              <a:spcBef>
                <a:spcPts val="800"/>
              </a:spcBef>
              <a:buFont typeface="Arial" pitchFamily="34" charset="0"/>
              <a:buChar char="•"/>
              <a:defRPr sz="12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47781" indent="-228561" algn="l" defTabSz="914362" rtl="0" eaLnBrk="1" latinLnBrk="0" hangingPunct="1">
              <a:spcBef>
                <a:spcPts val="800"/>
              </a:spcBef>
              <a:buFont typeface="Arial" pitchFamily="34" charset="0"/>
              <a:buChar char="•"/>
              <a:defRPr sz="1067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267" indent="0" algn="l" defTabSz="914362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38" indent="-228592" algn="l" defTabSz="91436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2276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BCEB"/>
              </a:buClr>
              <a:buSzPct val="90000"/>
              <a:buFont typeface="Arial" charset="0"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1182E"/>
                </a:solidFill>
                <a:effectLst/>
                <a:uLnTx/>
                <a:uFillTx/>
                <a:latin typeface="CiscoSansTT Light"/>
                <a:ea typeface="ＭＳ Ｐゴシック" charset="0"/>
                <a:cs typeface="CiscoSans"/>
              </a:rPr>
              <a:t>&lt;Insert Disclaimer&gt;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C3C5247-0D7F-4C6B-3318-0846287391E1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152829" y="9495785"/>
            <a:ext cx="490626" cy="17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52348" tIns="26173" rIns="52348" bIns="26173" anchor="b">
            <a:spAutoFit/>
          </a:bodyPr>
          <a:lstStyle/>
          <a:p>
            <a:pPr defTabSz="519128" fontAlgn="auto">
              <a:spcBef>
                <a:spcPts val="0"/>
              </a:spcBef>
              <a:spcAft>
                <a:spcPts val="0"/>
              </a:spcAft>
              <a:defRPr/>
            </a:pPr>
            <a:fld id="{9455A196-DBE5-CA43-A2D6-20DA7E97BD65}" type="slidenum">
              <a:rPr lang="en-US" sz="800" spc="17" baseline="0" smtClean="0">
                <a:latin typeface="CiscoSansTT" panose="020B0503020201020303" pitchFamily="34" charset="0"/>
                <a:ea typeface="+mn-ea"/>
                <a:cs typeface="CiscoSansTT" panose="020B0503020201020303" pitchFamily="34" charset="0"/>
              </a:rPr>
              <a:t>2</a:t>
            </a:fld>
            <a:endParaRPr lang="en-US" sz="800" spc="17" baseline="0">
              <a:latin typeface="CiscoSansTT" panose="020B0503020201020303" pitchFamily="34" charset="0"/>
              <a:ea typeface="+mn-ea"/>
              <a:cs typeface="CiscoSansTT" panose="020B05030202010203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55167FC-A28B-6045-5FC0-D5E118E293C8}"/>
              </a:ext>
            </a:extLst>
          </p:cNvPr>
          <p:cNvSpPr txBox="1"/>
          <p:nvPr/>
        </p:nvSpPr>
        <p:spPr>
          <a:xfrm>
            <a:off x="378142" y="998461"/>
            <a:ext cx="7020000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l" defTabSz="609559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1182E"/>
                </a:solidFill>
                <a:effectLst/>
                <a:uLnTx/>
                <a:uFillTx/>
                <a:latin typeface="CiscoSansTT Light"/>
                <a:ea typeface="ＭＳ Ｐゴシック"/>
              </a:rPr>
              <a:t>Disclaimer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0BCC666-8B8A-8F34-E7EF-F440BF9C8134}"/>
              </a:ext>
            </a:extLst>
          </p:cNvPr>
          <p:cNvSpPr/>
          <p:nvPr/>
        </p:nvSpPr>
        <p:spPr>
          <a:xfrm>
            <a:off x="0" y="9892145"/>
            <a:ext cx="7772400" cy="166255"/>
          </a:xfrm>
          <a:prstGeom prst="rect">
            <a:avLst/>
          </a:prstGeom>
          <a:gradFill flip="none" rotWithShape="1">
            <a:gsLst>
              <a:gs pos="50000">
                <a:srgbClr val="FFAABD"/>
              </a:gs>
              <a:gs pos="10000">
                <a:srgbClr val="FFD755"/>
              </a:gs>
              <a:gs pos="90000">
                <a:srgbClr val="D73E45"/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FC7B8F8-A987-467E-BFF1-2B4F684C753D}"/>
              </a:ext>
            </a:extLst>
          </p:cNvPr>
          <p:cNvSpPr txBox="1"/>
          <p:nvPr/>
        </p:nvSpPr>
        <p:spPr>
          <a:xfrm>
            <a:off x="378142" y="442317"/>
            <a:ext cx="30383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1182E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</a:rPr>
              <a:t>Human Resources</a:t>
            </a:r>
            <a:endParaRPr lang="en-IL" b="1" dirty="0">
              <a:solidFill>
                <a:srgbClr val="01182E"/>
              </a:solidFill>
              <a:latin typeface="Inter" panose="02000503000000020004" pitchFamily="2" charset="0"/>
              <a:ea typeface="Inter" panose="02000503000000020004" pitchFamily="2" charset="0"/>
              <a:cs typeface="Inter" panose="02000503000000020004" pitchFamily="2" charset="0"/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F2350A8-B1CA-E27E-12B8-7A751CEEC534}"/>
              </a:ext>
            </a:extLst>
          </p:cNvPr>
          <p:cNvCxnSpPr>
            <a:cxnSpLocks/>
          </p:cNvCxnSpPr>
          <p:nvPr/>
        </p:nvCxnSpPr>
        <p:spPr>
          <a:xfrm>
            <a:off x="457200" y="847907"/>
            <a:ext cx="6858000" cy="0"/>
          </a:xfrm>
          <a:prstGeom prst="line">
            <a:avLst/>
          </a:prstGeom>
          <a:solidFill>
            <a:schemeClr val="bg2">
              <a:lumMod val="95000"/>
              <a:alpha val="60000"/>
            </a:schemeClr>
          </a:solidFill>
          <a:ln w="12700">
            <a:gradFill flip="none" rotWithShape="1">
              <a:gsLst>
                <a:gs pos="10000">
                  <a:srgbClr val="FFD755"/>
                </a:gs>
                <a:gs pos="50000">
                  <a:srgbClr val="FFAABD"/>
                </a:gs>
                <a:gs pos="90000">
                  <a:srgbClr val="D73E45"/>
                </a:gs>
              </a:gsLst>
              <a:lin ang="1200000" scaled="0"/>
              <a:tileRect/>
            </a:gra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</p:spTree>
    <p:extLst>
      <p:ext uri="{BB962C8B-B14F-4D97-AF65-F5344CB8AC3E}">
        <p14:creationId xmlns:p14="http://schemas.microsoft.com/office/powerpoint/2010/main" val="32175729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274D">
            <a:alpha val="0"/>
          </a:srgb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EEFF3CD-882E-E5A9-9C80-7CC2A000F8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>
            <a:extLst>
              <a:ext uri="{FF2B5EF4-FFF2-40B4-BE49-F238E27FC236}">
                <a16:creationId xmlns:a16="http://schemas.microsoft.com/office/drawing/2014/main" id="{213BF7FF-E409-2346-859A-ECFEC72A9C69}"/>
              </a:ext>
            </a:extLst>
          </p:cNvPr>
          <p:cNvSpPr txBox="1"/>
          <p:nvPr/>
        </p:nvSpPr>
        <p:spPr>
          <a:xfrm>
            <a:off x="379065" y="2804181"/>
            <a:ext cx="2259993" cy="28818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3736" marR="0" lvl="0" indent="-173736" algn="l" defTabSz="609559" rtl="0" eaLnBrk="1" fontAlgn="base" latinLnBrk="0" hangingPunct="1">
              <a:lnSpc>
                <a:spcPct val="95000"/>
              </a:lnSpc>
              <a:spcBef>
                <a:spcPts val="100"/>
              </a:spcBef>
              <a:spcAft>
                <a:spcPts val="1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iscoSansTT" panose="020B0503020201020303" pitchFamily="34" charset="0"/>
                <a:ea typeface="ＭＳ Ｐゴシック" charset="0"/>
                <a:cs typeface="CiscoSansTT" panose="020B0503020201020303" pitchFamily="34" charset="0"/>
              </a:rPr>
              <a:t>Some bullets: </a:t>
            </a:r>
          </a:p>
          <a:p>
            <a:pPr marL="173736" marR="0" lvl="0" indent="-173736" algn="l" defTabSz="609559" rtl="0" eaLnBrk="1" fontAlgn="base" latinLnBrk="0" hangingPunct="1">
              <a:lnSpc>
                <a:spcPct val="95000"/>
              </a:lnSpc>
              <a:spcBef>
                <a:spcPts val="100"/>
              </a:spcBef>
              <a:spcAft>
                <a:spcPts val="1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iscoSansTT Light" panose="020B0503020201020303" pitchFamily="34" charset="0"/>
                <a:ea typeface="ＭＳ Ｐゴシック" charset="0"/>
                <a:cs typeface="CiscoSansTT Light" panose="020B0503020201020303" pitchFamily="34" charset="0"/>
              </a:rPr>
              <a:t>One</a:t>
            </a:r>
          </a:p>
          <a:p>
            <a:pPr marL="173736" marR="0" lvl="0" indent="-173736" algn="l" defTabSz="609559" rtl="0" eaLnBrk="1" fontAlgn="base" latinLnBrk="0" hangingPunct="1">
              <a:lnSpc>
                <a:spcPct val="95000"/>
              </a:lnSpc>
              <a:spcBef>
                <a:spcPts val="100"/>
              </a:spcBef>
              <a:spcAft>
                <a:spcPts val="1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iscoSansTT Light" panose="020B0503020201020303" pitchFamily="34" charset="0"/>
                <a:ea typeface="ＭＳ Ｐゴシック" charset="0"/>
                <a:cs typeface="CiscoSansTT Light" panose="020B0503020201020303" pitchFamily="34" charset="0"/>
              </a:rPr>
              <a:t>Two</a:t>
            </a:r>
          </a:p>
          <a:p>
            <a:pPr marL="173736" marR="0" lvl="0" indent="-173736" algn="l" defTabSz="609559" rtl="0" eaLnBrk="1" fontAlgn="base" latinLnBrk="0" hangingPunct="1">
              <a:lnSpc>
                <a:spcPct val="95000"/>
              </a:lnSpc>
              <a:spcBef>
                <a:spcPts val="100"/>
              </a:spcBef>
              <a:spcAft>
                <a:spcPts val="1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iscoSansTT Light" panose="020B0503020201020303" pitchFamily="34" charset="0"/>
                <a:ea typeface="ＭＳ Ｐゴシック" charset="0"/>
                <a:cs typeface="CiscoSansTT Light" panose="020B0503020201020303" pitchFamily="34" charset="0"/>
              </a:rPr>
              <a:t>Three</a:t>
            </a:r>
          </a:p>
          <a:p>
            <a:pPr marL="173736" marR="0" lvl="0" indent="-173736" algn="l" defTabSz="609559" rtl="0" eaLnBrk="1" fontAlgn="base" latinLnBrk="0" hangingPunct="1">
              <a:lnSpc>
                <a:spcPct val="95000"/>
              </a:lnSpc>
              <a:spcBef>
                <a:spcPts val="100"/>
              </a:spcBef>
              <a:spcAft>
                <a:spcPts val="1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iscoSansTT Light" panose="020B0503020201020303" pitchFamily="34" charset="0"/>
              <a:ea typeface="ＭＳ Ｐゴシック" charset="0"/>
              <a:cs typeface="CiscoSansTT Light" panose="020B0503020201020303" pitchFamily="34" charset="0"/>
            </a:endParaRPr>
          </a:p>
          <a:p>
            <a:pPr marL="173736" marR="0" lvl="0" indent="-173736" algn="l" defTabSz="609559" rtl="0" eaLnBrk="1" fontAlgn="base" latinLnBrk="0" hangingPunct="1">
              <a:lnSpc>
                <a:spcPct val="95000"/>
              </a:lnSpc>
              <a:spcBef>
                <a:spcPts val="100"/>
              </a:spcBef>
              <a:spcAft>
                <a:spcPts val="1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iscoSansTT" panose="020B0503020201020303" pitchFamily="34" charset="0"/>
                <a:ea typeface="ＭＳ Ｐゴシック" charset="0"/>
                <a:cs typeface="CiscoSansTT" panose="020B0503020201020303" pitchFamily="34" charset="0"/>
              </a:rPr>
              <a:t>Some bullets: </a:t>
            </a:r>
          </a:p>
          <a:p>
            <a:pPr marL="173736" marR="0" lvl="0" indent="-173736" algn="l" defTabSz="609559" rtl="0" eaLnBrk="1" fontAlgn="base" latinLnBrk="0" hangingPunct="1">
              <a:lnSpc>
                <a:spcPct val="95000"/>
              </a:lnSpc>
              <a:spcBef>
                <a:spcPts val="100"/>
              </a:spcBef>
              <a:spcAft>
                <a:spcPts val="1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iscoSansTT Light" panose="020B0503020201020303" pitchFamily="34" charset="0"/>
                <a:ea typeface="ＭＳ Ｐゴシック" charset="0"/>
                <a:cs typeface="CiscoSansTT Light" panose="020B0503020201020303" pitchFamily="34" charset="0"/>
              </a:rPr>
              <a:t>One</a:t>
            </a:r>
          </a:p>
          <a:p>
            <a:pPr marL="173736" marR="0" lvl="0" indent="-173736" algn="l" defTabSz="609559" rtl="0" eaLnBrk="1" fontAlgn="base" latinLnBrk="0" hangingPunct="1">
              <a:lnSpc>
                <a:spcPct val="95000"/>
              </a:lnSpc>
              <a:spcBef>
                <a:spcPts val="100"/>
              </a:spcBef>
              <a:spcAft>
                <a:spcPts val="1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iscoSansTT Light" panose="020B0503020201020303" pitchFamily="34" charset="0"/>
                <a:ea typeface="ＭＳ Ｐゴシック" charset="0"/>
                <a:cs typeface="CiscoSansTT Light" panose="020B0503020201020303" pitchFamily="34" charset="0"/>
              </a:rPr>
              <a:t>Two</a:t>
            </a:r>
          </a:p>
          <a:p>
            <a:pPr marL="173736" marR="0" lvl="0" indent="-173736" algn="l" defTabSz="609559" rtl="0" eaLnBrk="1" fontAlgn="base" latinLnBrk="0" hangingPunct="1">
              <a:lnSpc>
                <a:spcPct val="95000"/>
              </a:lnSpc>
              <a:spcBef>
                <a:spcPts val="100"/>
              </a:spcBef>
              <a:spcAft>
                <a:spcPts val="1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iscoSansTT Light" panose="020B0503020201020303" pitchFamily="34" charset="0"/>
                <a:ea typeface="ＭＳ Ｐゴシック" charset="0"/>
                <a:cs typeface="CiscoSansTT Light" panose="020B0503020201020303" pitchFamily="34" charset="0"/>
              </a:rPr>
              <a:t>Three</a:t>
            </a:r>
          </a:p>
          <a:p>
            <a:pPr marL="173736" marR="0" lvl="0" indent="-173736" algn="l" defTabSz="609559" rtl="0" eaLnBrk="1" fontAlgn="base" latinLnBrk="0" hangingPunct="1">
              <a:lnSpc>
                <a:spcPct val="95000"/>
              </a:lnSpc>
              <a:spcBef>
                <a:spcPts val="100"/>
              </a:spcBef>
              <a:spcAft>
                <a:spcPts val="1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iscoSansTT Light" panose="020B0503020201020303" pitchFamily="34" charset="0"/>
              <a:ea typeface="ＭＳ Ｐゴシック" charset="0"/>
              <a:cs typeface="CiscoSansTT Light" panose="020B0503020201020303" pitchFamily="34" charset="0"/>
            </a:endParaRPr>
          </a:p>
          <a:p>
            <a:pPr marL="173736" marR="0" lvl="0" indent="-173736" algn="l" defTabSz="609559" rtl="0" eaLnBrk="1" fontAlgn="base" latinLnBrk="0" hangingPunct="1">
              <a:lnSpc>
                <a:spcPct val="95000"/>
              </a:lnSpc>
              <a:spcBef>
                <a:spcPts val="100"/>
              </a:spcBef>
              <a:spcAft>
                <a:spcPts val="1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iscoSansTT" panose="020B0503020201020303" pitchFamily="34" charset="0"/>
                <a:ea typeface="ＭＳ Ｐゴシック" charset="0"/>
                <a:cs typeface="CiscoSansTT" panose="020B0503020201020303" pitchFamily="34" charset="0"/>
              </a:rPr>
              <a:t>Some bullets: </a:t>
            </a:r>
          </a:p>
          <a:p>
            <a:pPr marL="173736" marR="0" lvl="0" indent="-173736" algn="l" defTabSz="609559" rtl="0" eaLnBrk="1" fontAlgn="base" latinLnBrk="0" hangingPunct="1">
              <a:lnSpc>
                <a:spcPct val="95000"/>
              </a:lnSpc>
              <a:spcBef>
                <a:spcPts val="100"/>
              </a:spcBef>
              <a:spcAft>
                <a:spcPts val="1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iscoSansTT Light" panose="020B0503020201020303" pitchFamily="34" charset="0"/>
                <a:ea typeface="ＭＳ Ｐゴシック" charset="0"/>
                <a:cs typeface="CiscoSansTT Light" panose="020B0503020201020303" pitchFamily="34" charset="0"/>
              </a:rPr>
              <a:t>One</a:t>
            </a:r>
          </a:p>
          <a:p>
            <a:pPr marL="173736" marR="0" lvl="0" indent="-173736" algn="l" defTabSz="609559" rtl="0" eaLnBrk="1" fontAlgn="base" latinLnBrk="0" hangingPunct="1">
              <a:lnSpc>
                <a:spcPct val="95000"/>
              </a:lnSpc>
              <a:spcBef>
                <a:spcPts val="100"/>
              </a:spcBef>
              <a:spcAft>
                <a:spcPts val="1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iscoSansTT Light" panose="020B0503020201020303" pitchFamily="34" charset="0"/>
                <a:ea typeface="ＭＳ Ｐゴシック" charset="0"/>
                <a:cs typeface="CiscoSansTT Light" panose="020B0503020201020303" pitchFamily="34" charset="0"/>
              </a:rPr>
              <a:t>Two</a:t>
            </a:r>
          </a:p>
          <a:p>
            <a:pPr marL="173736" marR="0" lvl="0" indent="-173736" algn="l" defTabSz="609559" rtl="0" eaLnBrk="1" fontAlgn="base" latinLnBrk="0" hangingPunct="1">
              <a:lnSpc>
                <a:spcPct val="95000"/>
              </a:lnSpc>
              <a:spcBef>
                <a:spcPts val="100"/>
              </a:spcBef>
              <a:spcAft>
                <a:spcPts val="1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iscoSansTT Light" panose="020B0503020201020303" pitchFamily="34" charset="0"/>
                <a:ea typeface="ＭＳ Ｐゴシック" charset="0"/>
                <a:cs typeface="CiscoSansTT Light" panose="020B0503020201020303" pitchFamily="34" charset="0"/>
              </a:rPr>
              <a:t>Three</a:t>
            </a:r>
          </a:p>
        </p:txBody>
      </p: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96552B16-A4DC-AA50-9560-F51B761CC1A8}"/>
              </a:ext>
            </a:extLst>
          </p:cNvPr>
          <p:cNvCxnSpPr>
            <a:cxnSpLocks/>
          </p:cNvCxnSpPr>
          <p:nvPr/>
        </p:nvCxnSpPr>
        <p:spPr>
          <a:xfrm flipV="1">
            <a:off x="3190001" y="1601998"/>
            <a:ext cx="0" cy="4859767"/>
          </a:xfrm>
          <a:prstGeom prst="line">
            <a:avLst/>
          </a:prstGeom>
          <a:ln>
            <a:solidFill>
              <a:srgbClr val="07182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TextBox 78">
            <a:extLst>
              <a:ext uri="{FF2B5EF4-FFF2-40B4-BE49-F238E27FC236}">
                <a16:creationId xmlns:a16="http://schemas.microsoft.com/office/drawing/2014/main" id="{69E20560-418E-7573-5670-3F34FA48D512}"/>
              </a:ext>
            </a:extLst>
          </p:cNvPr>
          <p:cNvSpPr txBox="1"/>
          <p:nvPr/>
        </p:nvSpPr>
        <p:spPr>
          <a:xfrm>
            <a:off x="476289" y="1831964"/>
            <a:ext cx="2481480" cy="28818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3736" marR="0" lvl="0" indent="-173736" algn="l" defTabSz="609559" rtl="0" eaLnBrk="1" fontAlgn="base" latinLnBrk="0" hangingPunct="1">
              <a:lnSpc>
                <a:spcPct val="95000"/>
              </a:lnSpc>
              <a:spcBef>
                <a:spcPts val="100"/>
              </a:spcBef>
              <a:spcAft>
                <a:spcPts val="1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07182D"/>
                </a:solidFill>
                <a:effectLst/>
                <a:uLnTx/>
                <a:uFillTx/>
                <a:latin typeface="CiscoSansTT" panose="020B0503020201020303" pitchFamily="34" charset="0"/>
                <a:ea typeface="ＭＳ Ｐゴシック" charset="0"/>
                <a:cs typeface="CiscoSansTT" panose="020B0503020201020303" pitchFamily="34" charset="0"/>
              </a:rPr>
              <a:t>Some bullets: </a:t>
            </a:r>
          </a:p>
          <a:p>
            <a:pPr marL="173736" marR="0" lvl="0" indent="-173736" algn="l" defTabSz="609559" rtl="0" eaLnBrk="1" fontAlgn="base" latinLnBrk="0" hangingPunct="1">
              <a:lnSpc>
                <a:spcPct val="95000"/>
              </a:lnSpc>
              <a:spcBef>
                <a:spcPts val="100"/>
              </a:spcBef>
              <a:spcAft>
                <a:spcPts val="1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7182D"/>
                </a:solidFill>
                <a:effectLst/>
                <a:uLnTx/>
                <a:uFillTx/>
                <a:latin typeface="CiscoSansTT Light" panose="020B0503020201020303" pitchFamily="34" charset="0"/>
                <a:ea typeface="ＭＳ Ｐゴシック" charset="0"/>
                <a:cs typeface="CiscoSansTT Light" panose="020B0503020201020303" pitchFamily="34" charset="0"/>
              </a:rPr>
              <a:t>One</a:t>
            </a:r>
          </a:p>
          <a:p>
            <a:pPr marL="173736" marR="0" lvl="0" indent="-173736" algn="l" defTabSz="609559" rtl="0" eaLnBrk="1" fontAlgn="base" latinLnBrk="0" hangingPunct="1">
              <a:lnSpc>
                <a:spcPct val="95000"/>
              </a:lnSpc>
              <a:spcBef>
                <a:spcPts val="100"/>
              </a:spcBef>
              <a:spcAft>
                <a:spcPts val="1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7182D"/>
                </a:solidFill>
                <a:effectLst/>
                <a:uLnTx/>
                <a:uFillTx/>
                <a:latin typeface="CiscoSansTT Light" panose="020B0503020201020303" pitchFamily="34" charset="0"/>
                <a:ea typeface="ＭＳ Ｐゴシック" charset="0"/>
                <a:cs typeface="CiscoSansTT Light" panose="020B0503020201020303" pitchFamily="34" charset="0"/>
              </a:rPr>
              <a:t>Two</a:t>
            </a:r>
          </a:p>
          <a:p>
            <a:pPr marL="173736" marR="0" lvl="0" indent="-173736" algn="l" defTabSz="609559" rtl="0" eaLnBrk="1" fontAlgn="base" latinLnBrk="0" hangingPunct="1">
              <a:lnSpc>
                <a:spcPct val="95000"/>
              </a:lnSpc>
              <a:spcBef>
                <a:spcPts val="100"/>
              </a:spcBef>
              <a:spcAft>
                <a:spcPts val="1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7182D"/>
                </a:solidFill>
                <a:effectLst/>
                <a:uLnTx/>
                <a:uFillTx/>
                <a:latin typeface="CiscoSansTT Light" panose="020B0503020201020303" pitchFamily="34" charset="0"/>
                <a:ea typeface="ＭＳ Ｐゴシック" charset="0"/>
                <a:cs typeface="CiscoSansTT Light" panose="020B0503020201020303" pitchFamily="34" charset="0"/>
              </a:rPr>
              <a:t>Three</a:t>
            </a:r>
          </a:p>
          <a:p>
            <a:pPr marL="173736" marR="0" lvl="0" indent="-173736" algn="l" defTabSz="609559" rtl="0" eaLnBrk="1" fontAlgn="base" latinLnBrk="0" hangingPunct="1">
              <a:lnSpc>
                <a:spcPct val="95000"/>
              </a:lnSpc>
              <a:spcBef>
                <a:spcPts val="100"/>
              </a:spcBef>
              <a:spcAft>
                <a:spcPts val="1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7182D"/>
              </a:solidFill>
              <a:effectLst/>
              <a:uLnTx/>
              <a:uFillTx/>
              <a:latin typeface="CiscoSansTT Light" panose="020B0503020201020303" pitchFamily="34" charset="0"/>
              <a:ea typeface="ＭＳ Ｐゴシック" charset="0"/>
              <a:cs typeface="CiscoSansTT Light" panose="020B0503020201020303" pitchFamily="34" charset="0"/>
            </a:endParaRPr>
          </a:p>
          <a:p>
            <a:pPr marL="173736" marR="0" lvl="0" indent="-173736" algn="l" defTabSz="609559" rtl="0" eaLnBrk="1" fontAlgn="base" latinLnBrk="0" hangingPunct="1">
              <a:lnSpc>
                <a:spcPct val="95000"/>
              </a:lnSpc>
              <a:spcBef>
                <a:spcPts val="100"/>
              </a:spcBef>
              <a:spcAft>
                <a:spcPts val="1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07182D"/>
                </a:solidFill>
                <a:effectLst/>
                <a:uLnTx/>
                <a:uFillTx/>
                <a:latin typeface="CiscoSansTT" panose="020B0503020201020303" pitchFamily="34" charset="0"/>
                <a:ea typeface="ＭＳ Ｐゴシック" charset="0"/>
                <a:cs typeface="CiscoSansTT" panose="020B0503020201020303" pitchFamily="34" charset="0"/>
              </a:rPr>
              <a:t>Some bullets: </a:t>
            </a:r>
          </a:p>
          <a:p>
            <a:pPr marL="173736" marR="0" lvl="0" indent="-173736" algn="l" defTabSz="609559" rtl="0" eaLnBrk="1" fontAlgn="base" latinLnBrk="0" hangingPunct="1">
              <a:lnSpc>
                <a:spcPct val="95000"/>
              </a:lnSpc>
              <a:spcBef>
                <a:spcPts val="100"/>
              </a:spcBef>
              <a:spcAft>
                <a:spcPts val="1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7182D"/>
                </a:solidFill>
                <a:effectLst/>
                <a:uLnTx/>
                <a:uFillTx/>
                <a:latin typeface="CiscoSansTT Light" panose="020B0503020201020303" pitchFamily="34" charset="0"/>
                <a:ea typeface="ＭＳ Ｐゴシック" charset="0"/>
                <a:cs typeface="CiscoSansTT Light" panose="020B0503020201020303" pitchFamily="34" charset="0"/>
              </a:rPr>
              <a:t>One</a:t>
            </a:r>
          </a:p>
          <a:p>
            <a:pPr marL="173736" marR="0" lvl="0" indent="-173736" algn="l" defTabSz="609559" rtl="0" eaLnBrk="1" fontAlgn="base" latinLnBrk="0" hangingPunct="1">
              <a:lnSpc>
                <a:spcPct val="95000"/>
              </a:lnSpc>
              <a:spcBef>
                <a:spcPts val="100"/>
              </a:spcBef>
              <a:spcAft>
                <a:spcPts val="1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7182D"/>
                </a:solidFill>
                <a:effectLst/>
                <a:uLnTx/>
                <a:uFillTx/>
                <a:latin typeface="CiscoSansTT Light" panose="020B0503020201020303" pitchFamily="34" charset="0"/>
                <a:ea typeface="ＭＳ Ｐゴシック" charset="0"/>
                <a:cs typeface="CiscoSansTT Light" panose="020B0503020201020303" pitchFamily="34" charset="0"/>
              </a:rPr>
              <a:t>Two</a:t>
            </a:r>
          </a:p>
          <a:p>
            <a:pPr marL="173736" marR="0" lvl="0" indent="-173736" algn="l" defTabSz="609559" rtl="0" eaLnBrk="1" fontAlgn="base" latinLnBrk="0" hangingPunct="1">
              <a:lnSpc>
                <a:spcPct val="95000"/>
              </a:lnSpc>
              <a:spcBef>
                <a:spcPts val="100"/>
              </a:spcBef>
              <a:spcAft>
                <a:spcPts val="1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7182D"/>
                </a:solidFill>
                <a:effectLst/>
                <a:uLnTx/>
                <a:uFillTx/>
                <a:latin typeface="CiscoSansTT Light" panose="020B0503020201020303" pitchFamily="34" charset="0"/>
                <a:ea typeface="ＭＳ Ｐゴシック" charset="0"/>
                <a:cs typeface="CiscoSansTT Light" panose="020B0503020201020303" pitchFamily="34" charset="0"/>
              </a:rPr>
              <a:t>Three</a:t>
            </a:r>
          </a:p>
          <a:p>
            <a:pPr marL="173736" marR="0" lvl="0" indent="-173736" algn="l" defTabSz="609559" rtl="0" eaLnBrk="1" fontAlgn="base" latinLnBrk="0" hangingPunct="1">
              <a:lnSpc>
                <a:spcPct val="95000"/>
              </a:lnSpc>
              <a:spcBef>
                <a:spcPts val="100"/>
              </a:spcBef>
              <a:spcAft>
                <a:spcPts val="1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7182D"/>
              </a:solidFill>
              <a:effectLst/>
              <a:uLnTx/>
              <a:uFillTx/>
              <a:latin typeface="CiscoSansTT Light" panose="020B0503020201020303" pitchFamily="34" charset="0"/>
              <a:ea typeface="ＭＳ Ｐゴシック" charset="0"/>
              <a:cs typeface="CiscoSansTT Light" panose="020B0503020201020303" pitchFamily="34" charset="0"/>
            </a:endParaRPr>
          </a:p>
          <a:p>
            <a:pPr marL="173736" marR="0" lvl="0" indent="-173736" algn="l" defTabSz="609559" rtl="0" eaLnBrk="1" fontAlgn="base" latinLnBrk="0" hangingPunct="1">
              <a:lnSpc>
                <a:spcPct val="95000"/>
              </a:lnSpc>
              <a:spcBef>
                <a:spcPts val="100"/>
              </a:spcBef>
              <a:spcAft>
                <a:spcPts val="1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07182D"/>
                </a:solidFill>
                <a:effectLst/>
                <a:uLnTx/>
                <a:uFillTx/>
                <a:latin typeface="CiscoSansTT" panose="020B0503020201020303" pitchFamily="34" charset="0"/>
                <a:ea typeface="ＭＳ Ｐゴシック" charset="0"/>
                <a:cs typeface="CiscoSansTT" panose="020B0503020201020303" pitchFamily="34" charset="0"/>
              </a:rPr>
              <a:t>Some bullets: </a:t>
            </a:r>
          </a:p>
          <a:p>
            <a:pPr marL="173736" marR="0" lvl="0" indent="-173736" algn="l" defTabSz="609559" rtl="0" eaLnBrk="1" fontAlgn="base" latinLnBrk="0" hangingPunct="1">
              <a:lnSpc>
                <a:spcPct val="95000"/>
              </a:lnSpc>
              <a:spcBef>
                <a:spcPts val="100"/>
              </a:spcBef>
              <a:spcAft>
                <a:spcPts val="1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7182D"/>
                </a:solidFill>
                <a:effectLst/>
                <a:uLnTx/>
                <a:uFillTx/>
                <a:latin typeface="CiscoSansTT Light" panose="020B0503020201020303" pitchFamily="34" charset="0"/>
                <a:ea typeface="ＭＳ Ｐゴシック" charset="0"/>
                <a:cs typeface="CiscoSansTT Light" panose="020B0503020201020303" pitchFamily="34" charset="0"/>
              </a:rPr>
              <a:t>One</a:t>
            </a:r>
          </a:p>
          <a:p>
            <a:pPr marL="173736" marR="0" lvl="0" indent="-173736" algn="l" defTabSz="609559" rtl="0" eaLnBrk="1" fontAlgn="base" latinLnBrk="0" hangingPunct="1">
              <a:lnSpc>
                <a:spcPct val="95000"/>
              </a:lnSpc>
              <a:spcBef>
                <a:spcPts val="100"/>
              </a:spcBef>
              <a:spcAft>
                <a:spcPts val="1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7182D"/>
                </a:solidFill>
                <a:effectLst/>
                <a:uLnTx/>
                <a:uFillTx/>
                <a:latin typeface="CiscoSansTT Light" panose="020B0503020201020303" pitchFamily="34" charset="0"/>
                <a:ea typeface="ＭＳ Ｐゴシック" charset="0"/>
                <a:cs typeface="CiscoSansTT Light" panose="020B0503020201020303" pitchFamily="34" charset="0"/>
              </a:rPr>
              <a:t>Two</a:t>
            </a:r>
          </a:p>
          <a:p>
            <a:pPr marL="173736" marR="0" lvl="0" indent="-173736" algn="l" defTabSz="609559" rtl="0" eaLnBrk="1" fontAlgn="base" latinLnBrk="0" hangingPunct="1">
              <a:lnSpc>
                <a:spcPct val="95000"/>
              </a:lnSpc>
              <a:spcBef>
                <a:spcPts val="100"/>
              </a:spcBef>
              <a:spcAft>
                <a:spcPts val="1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7182D"/>
                </a:solidFill>
                <a:effectLst/>
                <a:uLnTx/>
                <a:uFillTx/>
                <a:latin typeface="CiscoSansTT Light" panose="020B0503020201020303" pitchFamily="34" charset="0"/>
                <a:ea typeface="ＭＳ Ｐゴシック" charset="0"/>
                <a:cs typeface="CiscoSansTT Light" panose="020B0503020201020303" pitchFamily="34" charset="0"/>
              </a:rPr>
              <a:t>Three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FB0328E5-6984-0FCD-E91D-BFA698404674}"/>
              </a:ext>
            </a:extLst>
          </p:cNvPr>
          <p:cNvSpPr txBox="1"/>
          <p:nvPr/>
        </p:nvSpPr>
        <p:spPr>
          <a:xfrm>
            <a:off x="378142" y="998461"/>
            <a:ext cx="7020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609559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7182D"/>
                </a:solidFill>
                <a:effectLst/>
                <a:uLnTx/>
                <a:uFillTx/>
                <a:latin typeface="CiscoSansTT Light"/>
                <a:ea typeface="ＭＳ Ｐゴシック" charset="0"/>
              </a:rPr>
              <a:t>Table of Contents</a:t>
            </a:r>
          </a:p>
        </p:txBody>
      </p:sp>
      <p:sp>
        <p:nvSpPr>
          <p:cNvPr id="104" name="Rounded Rectangle 103">
            <a:extLst>
              <a:ext uri="{FF2B5EF4-FFF2-40B4-BE49-F238E27FC236}">
                <a16:creationId xmlns:a16="http://schemas.microsoft.com/office/drawing/2014/main" id="{C18D3AD1-51B9-69A3-0EAB-8FC3E4ADB768}"/>
              </a:ext>
            </a:extLst>
          </p:cNvPr>
          <p:cNvSpPr/>
          <p:nvPr/>
        </p:nvSpPr>
        <p:spPr>
          <a:xfrm>
            <a:off x="3449053" y="1710393"/>
            <a:ext cx="3949089" cy="2167954"/>
          </a:xfrm>
          <a:prstGeom prst="roundRect">
            <a:avLst>
              <a:gd name="adj" fmla="val 7776"/>
            </a:avLst>
          </a:prstGeom>
          <a:solidFill>
            <a:schemeClr val="bg2">
              <a:lumMod val="95000"/>
              <a:alpha val="6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marL="0" marR="0" lvl="0" indent="0" algn="ctr" defTabSz="609559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414244"/>
              </a:solidFill>
              <a:effectLst/>
              <a:uLnTx/>
              <a:uFillTx/>
              <a:latin typeface="CiscoSansTT Light"/>
              <a:ea typeface="+mn-ea"/>
              <a:cs typeface="+mn-cs"/>
            </a:endParaRPr>
          </a:p>
        </p:txBody>
      </p:sp>
      <p:sp>
        <p:nvSpPr>
          <p:cNvPr id="108" name="Rounded Rectangle 107">
            <a:extLst>
              <a:ext uri="{FF2B5EF4-FFF2-40B4-BE49-F238E27FC236}">
                <a16:creationId xmlns:a16="http://schemas.microsoft.com/office/drawing/2014/main" id="{DB7E33ED-2CD8-AEC6-8780-F497CC875316}"/>
              </a:ext>
            </a:extLst>
          </p:cNvPr>
          <p:cNvSpPr/>
          <p:nvPr/>
        </p:nvSpPr>
        <p:spPr>
          <a:xfrm>
            <a:off x="3444246" y="4208058"/>
            <a:ext cx="3949089" cy="2167954"/>
          </a:xfrm>
          <a:prstGeom prst="roundRect">
            <a:avLst>
              <a:gd name="adj" fmla="val 7776"/>
            </a:avLst>
          </a:prstGeom>
          <a:solidFill>
            <a:schemeClr val="bg2">
              <a:lumMod val="95000"/>
              <a:alpha val="6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marL="0" marR="0" lvl="0" indent="0" algn="ctr" defTabSz="609559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414244"/>
              </a:solidFill>
              <a:effectLst/>
              <a:uLnTx/>
              <a:uFillTx/>
              <a:latin typeface="CiscoSansTT Light"/>
              <a:ea typeface="+mn-ea"/>
              <a:cs typeface="+mn-cs"/>
            </a:endParaRPr>
          </a:p>
        </p:txBody>
      </p:sp>
      <p:sp>
        <p:nvSpPr>
          <p:cNvPr id="111" name="Text Placeholder 5">
            <a:extLst>
              <a:ext uri="{FF2B5EF4-FFF2-40B4-BE49-F238E27FC236}">
                <a16:creationId xmlns:a16="http://schemas.microsoft.com/office/drawing/2014/main" id="{9AF4B4B5-47E6-8D42-726C-127608C45FA1}"/>
              </a:ext>
            </a:extLst>
          </p:cNvPr>
          <p:cNvSpPr txBox="1">
            <a:spLocks/>
          </p:cNvSpPr>
          <p:nvPr/>
        </p:nvSpPr>
        <p:spPr>
          <a:xfrm>
            <a:off x="3643003" y="2264741"/>
            <a:ext cx="3627992" cy="1432444"/>
          </a:xfrm>
          <a:prstGeom prst="rect">
            <a:avLst/>
          </a:prstGeom>
        </p:spPr>
        <p:txBody>
          <a:bodyPr vert="horz" lIns="45720" tIns="45720" rIns="45720" bIns="45720" rtlCol="0">
            <a:noAutofit/>
          </a:bodyPr>
          <a:lstStyle>
            <a:lvl1pPr marL="144382" indent="-144382" algn="l" defTabSz="581576" rtl="0" eaLnBrk="1" fontAlgn="base" hangingPunct="1">
              <a:lnSpc>
                <a:spcPct val="95000"/>
              </a:lnSpc>
              <a:spcBef>
                <a:spcPts val="914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Arial" charset="0"/>
              <a:buChar char="•"/>
              <a:defRPr lang="en-US" sz="1530" kern="1200" dirty="0">
                <a:solidFill>
                  <a:schemeClr val="bg2"/>
                </a:solidFill>
                <a:latin typeface="+mn-lt"/>
                <a:ea typeface="ＭＳ Ｐゴシック" charset="0"/>
                <a:cs typeface="CiscoSans"/>
              </a:defRPr>
            </a:lvl1pPr>
            <a:lvl2pPr marL="291465" indent="-144721" algn="l" defTabSz="581576" rtl="0" eaLnBrk="1" fontAlgn="base" hangingPunct="1">
              <a:lnSpc>
                <a:spcPct val="95000"/>
              </a:lnSpc>
              <a:spcBef>
                <a:spcPts val="510"/>
              </a:spcBef>
              <a:spcAft>
                <a:spcPct val="0"/>
              </a:spcAft>
              <a:buClr>
                <a:schemeClr val="accent1"/>
              </a:buClr>
              <a:buFont typeface="Arial" charset="0"/>
              <a:buChar char="•"/>
              <a:defRPr lang="en-US" sz="1275" kern="1200" dirty="0">
                <a:solidFill>
                  <a:schemeClr val="bg2"/>
                </a:solidFill>
                <a:latin typeface="+mn-lt"/>
                <a:ea typeface="ＭＳ Ｐゴシック" charset="0"/>
                <a:cs typeface="CiscoSans"/>
              </a:defRPr>
            </a:lvl2pPr>
            <a:lvl3pPr marL="363320" indent="-146745" algn="l" defTabSz="581576" rtl="0" eaLnBrk="1" fontAlgn="base" hangingPunct="1">
              <a:lnSpc>
                <a:spcPct val="95000"/>
              </a:lnSpc>
              <a:spcBef>
                <a:spcPts val="531"/>
              </a:spcBef>
              <a:spcAft>
                <a:spcPct val="0"/>
              </a:spcAft>
              <a:buClr>
                <a:schemeClr val="accent1"/>
              </a:buClr>
              <a:buFont typeface="Arial" charset="0"/>
              <a:buChar char="•"/>
              <a:defRPr lang="en-US" sz="1148" kern="1200" dirty="0">
                <a:solidFill>
                  <a:schemeClr val="bg2"/>
                </a:solidFill>
                <a:latin typeface="+mn-lt"/>
                <a:ea typeface="ＭＳ Ｐゴシック" charset="0"/>
                <a:cs typeface="CiscoSans"/>
              </a:defRPr>
            </a:lvl3pPr>
            <a:lvl4pPr marL="438210" indent="-146745" algn="l" defTabSz="581576" rtl="0" eaLnBrk="1" fontAlgn="base" hangingPunct="1">
              <a:lnSpc>
                <a:spcPct val="95000"/>
              </a:lnSpc>
              <a:spcBef>
                <a:spcPts val="531"/>
              </a:spcBef>
              <a:spcAft>
                <a:spcPct val="0"/>
              </a:spcAft>
              <a:buClr>
                <a:schemeClr val="accent1"/>
              </a:buClr>
              <a:buFont typeface="Arial" charset="0"/>
              <a:buChar char="•"/>
              <a:defRPr lang="en-US" sz="1020" kern="1200" dirty="0">
                <a:solidFill>
                  <a:schemeClr val="bg2"/>
                </a:solidFill>
                <a:latin typeface="+mn-lt"/>
                <a:ea typeface="ＭＳ Ｐゴシック" charset="0"/>
                <a:cs typeface="CiscoSans"/>
              </a:defRPr>
            </a:lvl4pPr>
            <a:lvl5pPr marL="511076" indent="-147757" algn="l" defTabSz="581576" rtl="0" eaLnBrk="1" fontAlgn="base" hangingPunct="1">
              <a:lnSpc>
                <a:spcPct val="95000"/>
              </a:lnSpc>
              <a:spcBef>
                <a:spcPts val="531"/>
              </a:spcBef>
              <a:spcAft>
                <a:spcPct val="0"/>
              </a:spcAft>
              <a:buClr>
                <a:schemeClr val="accent1"/>
              </a:buClr>
              <a:buFont typeface="Arial" charset="0"/>
              <a:buChar char="•"/>
              <a:defRPr lang="en-US" sz="893" kern="1200" dirty="0">
                <a:solidFill>
                  <a:schemeClr val="bg2"/>
                </a:solidFill>
                <a:latin typeface="+mn-lt"/>
                <a:ea typeface="ＭＳ Ｐゴシック" charset="0"/>
                <a:cs typeface="CiscoSans"/>
              </a:defRPr>
            </a:lvl5pPr>
            <a:lvl6pPr marL="734271" indent="-145727" algn="l" defTabSz="582906" rtl="0" eaLnBrk="1" latinLnBrk="0" hangingPunct="1">
              <a:spcBef>
                <a:spcPts val="510"/>
              </a:spcBef>
              <a:buFont typeface="Arial" pitchFamily="34" charset="0"/>
              <a:buChar char="•"/>
              <a:defRPr sz="765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795460" indent="-145708" algn="l" defTabSz="582906" rtl="0" eaLnBrk="1" latinLnBrk="0" hangingPunct="1">
              <a:spcBef>
                <a:spcPts val="510"/>
              </a:spcBef>
              <a:buFont typeface="Arial" pitchFamily="34" charset="0"/>
              <a:buChar char="•"/>
              <a:defRPr sz="68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40170" indent="0" algn="l" defTabSz="582906" rtl="0" eaLnBrk="1" latinLnBrk="0" hangingPunct="1">
              <a:spcBef>
                <a:spcPct val="20000"/>
              </a:spcBef>
              <a:buFont typeface="Arial" pitchFamily="34" charset="0"/>
              <a:buNone/>
              <a:defRPr sz="12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77349" indent="-145727" algn="l" defTabSz="582906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2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3736" marR="0" lvl="0" indent="-171450" algn="l" defTabSz="581576" rtl="0" eaLnBrk="1" fontAlgn="base" latinLnBrk="0" hangingPunct="1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  <a:buClr>
                <a:srgbClr val="FFAABD"/>
              </a:buClr>
              <a:buSzPct val="9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1182E"/>
                </a:solidFill>
                <a:effectLst/>
                <a:uLnTx/>
                <a:uFillTx/>
                <a:latin typeface="CiscoSansTT Light"/>
                <a:ea typeface="ＭＳ Ｐゴシック" charset="0"/>
                <a:cs typeface="CiscoSans"/>
              </a:rPr>
              <a:t>Important info</a:t>
            </a:r>
          </a:p>
          <a:p>
            <a:pPr marL="173736" marR="0" lvl="0" indent="-171450" algn="l" defTabSz="581576" rtl="0" eaLnBrk="1" fontAlgn="base" latinLnBrk="0" hangingPunct="1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  <a:buClr>
                <a:srgbClr val="FFAABD"/>
              </a:buClr>
              <a:buSzPct val="9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1182E"/>
                </a:solidFill>
                <a:effectLst/>
                <a:uLnTx/>
                <a:uFillTx/>
                <a:latin typeface="CiscoSansTT Light"/>
                <a:ea typeface="ＭＳ Ｐゴシック" charset="0"/>
                <a:cs typeface="CiscoSans"/>
              </a:rPr>
              <a:t>More</a:t>
            </a:r>
          </a:p>
          <a:p>
            <a:pPr marL="173736" marR="0" lvl="0" indent="-171450" algn="l" defTabSz="581576" rtl="0" eaLnBrk="1" fontAlgn="base" latinLnBrk="0" hangingPunct="1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  <a:buClr>
                <a:srgbClr val="FFAABD"/>
              </a:buClr>
              <a:buSzPct val="9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1182E"/>
                </a:solidFill>
                <a:effectLst/>
                <a:uLnTx/>
                <a:uFillTx/>
                <a:latin typeface="CiscoSansTT Light"/>
                <a:ea typeface="ＭＳ Ｐゴシック" charset="0"/>
                <a:cs typeface="CiscoSans"/>
              </a:rPr>
              <a:t>More</a:t>
            </a:r>
          </a:p>
        </p:txBody>
      </p:sp>
      <p:sp>
        <p:nvSpPr>
          <p:cNvPr id="112" name="Text Placeholder 1">
            <a:extLst>
              <a:ext uri="{FF2B5EF4-FFF2-40B4-BE49-F238E27FC236}">
                <a16:creationId xmlns:a16="http://schemas.microsoft.com/office/drawing/2014/main" id="{16C0A977-F77F-A106-9C0B-051B4E7D077C}"/>
              </a:ext>
            </a:extLst>
          </p:cNvPr>
          <p:cNvSpPr txBox="1">
            <a:spLocks/>
          </p:cNvSpPr>
          <p:nvPr/>
        </p:nvSpPr>
        <p:spPr>
          <a:xfrm>
            <a:off x="3703255" y="1833893"/>
            <a:ext cx="3089529" cy="442951"/>
          </a:xfrm>
          <a:prstGeom prst="rect">
            <a:avLst/>
          </a:prstGeom>
        </p:spPr>
        <p:txBody>
          <a:bodyPr/>
          <a:lstStyle>
            <a:lvl1pPr marL="144382" indent="-144382" algn="l" defTabSz="581576" rtl="0" eaLnBrk="1" fontAlgn="base" hangingPunct="1">
              <a:lnSpc>
                <a:spcPct val="95000"/>
              </a:lnSpc>
              <a:spcBef>
                <a:spcPts val="914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Arial" charset="0"/>
              <a:buChar char="•"/>
              <a:defRPr lang="en-US" sz="1530" kern="1200" dirty="0">
                <a:solidFill>
                  <a:schemeClr val="bg2"/>
                </a:solidFill>
                <a:latin typeface="+mn-lt"/>
                <a:ea typeface="ＭＳ Ｐゴシック" charset="0"/>
                <a:cs typeface="CiscoSans"/>
              </a:defRPr>
            </a:lvl1pPr>
            <a:lvl2pPr marL="291465" indent="-144721" algn="l" defTabSz="581576" rtl="0" eaLnBrk="1" fontAlgn="base" hangingPunct="1">
              <a:lnSpc>
                <a:spcPct val="95000"/>
              </a:lnSpc>
              <a:spcBef>
                <a:spcPts val="510"/>
              </a:spcBef>
              <a:spcAft>
                <a:spcPct val="0"/>
              </a:spcAft>
              <a:buClr>
                <a:schemeClr val="accent1"/>
              </a:buClr>
              <a:buFont typeface="Arial" charset="0"/>
              <a:buChar char="•"/>
              <a:defRPr lang="en-US" sz="1275" kern="1200" dirty="0">
                <a:solidFill>
                  <a:schemeClr val="bg2"/>
                </a:solidFill>
                <a:latin typeface="+mn-lt"/>
                <a:ea typeface="ＭＳ Ｐゴシック" charset="0"/>
                <a:cs typeface="CiscoSans"/>
              </a:defRPr>
            </a:lvl2pPr>
            <a:lvl3pPr marL="363320" indent="-146745" algn="l" defTabSz="581576" rtl="0" eaLnBrk="1" fontAlgn="base" hangingPunct="1">
              <a:lnSpc>
                <a:spcPct val="95000"/>
              </a:lnSpc>
              <a:spcBef>
                <a:spcPts val="531"/>
              </a:spcBef>
              <a:spcAft>
                <a:spcPct val="0"/>
              </a:spcAft>
              <a:buClr>
                <a:schemeClr val="accent1"/>
              </a:buClr>
              <a:buFont typeface="Arial" charset="0"/>
              <a:buChar char="•"/>
              <a:defRPr lang="en-US" sz="1148" kern="1200" dirty="0">
                <a:solidFill>
                  <a:schemeClr val="bg2"/>
                </a:solidFill>
                <a:latin typeface="+mn-lt"/>
                <a:ea typeface="ＭＳ Ｐゴシック" charset="0"/>
                <a:cs typeface="CiscoSans"/>
              </a:defRPr>
            </a:lvl3pPr>
            <a:lvl4pPr marL="438210" indent="-146745" algn="l" defTabSz="581576" rtl="0" eaLnBrk="1" fontAlgn="base" hangingPunct="1">
              <a:lnSpc>
                <a:spcPct val="95000"/>
              </a:lnSpc>
              <a:spcBef>
                <a:spcPts val="531"/>
              </a:spcBef>
              <a:spcAft>
                <a:spcPct val="0"/>
              </a:spcAft>
              <a:buClr>
                <a:schemeClr val="accent1"/>
              </a:buClr>
              <a:buFont typeface="Arial" charset="0"/>
              <a:buChar char="•"/>
              <a:defRPr lang="en-US" sz="1020" kern="1200" dirty="0">
                <a:solidFill>
                  <a:schemeClr val="bg2"/>
                </a:solidFill>
                <a:latin typeface="+mn-lt"/>
                <a:ea typeface="ＭＳ Ｐゴシック" charset="0"/>
                <a:cs typeface="CiscoSans"/>
              </a:defRPr>
            </a:lvl4pPr>
            <a:lvl5pPr marL="511076" indent="-147757" algn="l" defTabSz="581576" rtl="0" eaLnBrk="1" fontAlgn="base" hangingPunct="1">
              <a:lnSpc>
                <a:spcPct val="95000"/>
              </a:lnSpc>
              <a:spcBef>
                <a:spcPts val="531"/>
              </a:spcBef>
              <a:spcAft>
                <a:spcPct val="0"/>
              </a:spcAft>
              <a:buClr>
                <a:schemeClr val="accent1"/>
              </a:buClr>
              <a:buFont typeface="Arial" charset="0"/>
              <a:buChar char="•"/>
              <a:defRPr lang="en-US" sz="893" kern="1200" dirty="0">
                <a:solidFill>
                  <a:schemeClr val="bg2"/>
                </a:solidFill>
                <a:latin typeface="+mn-lt"/>
                <a:ea typeface="ＭＳ Ｐゴシック" charset="0"/>
                <a:cs typeface="CiscoSans"/>
              </a:defRPr>
            </a:lvl5pPr>
            <a:lvl6pPr marL="734271" indent="-145727" algn="l" defTabSz="582906" rtl="0" eaLnBrk="1" latinLnBrk="0" hangingPunct="1">
              <a:spcBef>
                <a:spcPts val="510"/>
              </a:spcBef>
              <a:buFont typeface="Arial" pitchFamily="34" charset="0"/>
              <a:buChar char="•"/>
              <a:defRPr sz="765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795460" indent="-145708" algn="l" defTabSz="582906" rtl="0" eaLnBrk="1" latinLnBrk="0" hangingPunct="1">
              <a:spcBef>
                <a:spcPts val="510"/>
              </a:spcBef>
              <a:buFont typeface="Arial" pitchFamily="34" charset="0"/>
              <a:buChar char="•"/>
              <a:defRPr sz="68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40170" indent="0" algn="l" defTabSz="582906" rtl="0" eaLnBrk="1" latinLnBrk="0" hangingPunct="1">
              <a:spcBef>
                <a:spcPct val="20000"/>
              </a:spcBef>
              <a:buFont typeface="Arial" pitchFamily="34" charset="0"/>
              <a:buNone/>
              <a:defRPr sz="12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77349" indent="-145727" algn="l" defTabSz="582906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2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581576" rtl="0" eaLnBrk="1" fontAlgn="base" latinLnBrk="0" hangingPunct="1">
              <a:lnSpc>
                <a:spcPct val="95000"/>
              </a:lnSpc>
              <a:spcBef>
                <a:spcPts val="914"/>
              </a:spcBef>
              <a:spcAft>
                <a:spcPct val="0"/>
              </a:spcAft>
              <a:buClr>
                <a:srgbClr val="00BCEB"/>
              </a:buClr>
              <a:buSzPct val="90000"/>
              <a:buFont typeface="Arial" charset="0"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1182E"/>
                </a:solidFill>
                <a:effectLst/>
                <a:uLnTx/>
                <a:uFillTx/>
                <a:latin typeface="CiscoSansTT Light"/>
                <a:ea typeface="ＭＳ Ｐゴシック" charset="0"/>
                <a:cs typeface="CiscoSans"/>
              </a:rPr>
              <a:t>Topic</a:t>
            </a:r>
          </a:p>
        </p:txBody>
      </p:sp>
      <p:cxnSp>
        <p:nvCxnSpPr>
          <p:cNvPr id="113" name="Straight Connector 112">
            <a:extLst>
              <a:ext uri="{FF2B5EF4-FFF2-40B4-BE49-F238E27FC236}">
                <a16:creationId xmlns:a16="http://schemas.microsoft.com/office/drawing/2014/main" id="{554072D3-6132-D8ED-C0D8-D0423D3AFD4D}"/>
              </a:ext>
            </a:extLst>
          </p:cNvPr>
          <p:cNvCxnSpPr>
            <a:cxnSpLocks/>
          </p:cNvCxnSpPr>
          <p:nvPr/>
        </p:nvCxnSpPr>
        <p:spPr>
          <a:xfrm>
            <a:off x="3643003" y="2199424"/>
            <a:ext cx="3522907" cy="0"/>
          </a:xfrm>
          <a:prstGeom prst="line">
            <a:avLst/>
          </a:prstGeom>
          <a:ln>
            <a:solidFill>
              <a:schemeClr val="tx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5" name="Text Placeholder 5">
            <a:extLst>
              <a:ext uri="{FF2B5EF4-FFF2-40B4-BE49-F238E27FC236}">
                <a16:creationId xmlns:a16="http://schemas.microsoft.com/office/drawing/2014/main" id="{E31C9F59-3B89-B74F-232F-10BE9B94244C}"/>
              </a:ext>
            </a:extLst>
          </p:cNvPr>
          <p:cNvSpPr txBox="1">
            <a:spLocks/>
          </p:cNvSpPr>
          <p:nvPr/>
        </p:nvSpPr>
        <p:spPr>
          <a:xfrm>
            <a:off x="3643003" y="4779546"/>
            <a:ext cx="3627992" cy="1432444"/>
          </a:xfrm>
          <a:prstGeom prst="rect">
            <a:avLst/>
          </a:prstGeom>
        </p:spPr>
        <p:txBody>
          <a:bodyPr vert="horz" lIns="45720" tIns="45720" rIns="45720" bIns="45720" rtlCol="0">
            <a:noAutofit/>
          </a:bodyPr>
          <a:lstStyle>
            <a:lvl1pPr marL="144382" indent="-144382" algn="l" defTabSz="581576" rtl="0" eaLnBrk="1" fontAlgn="base" hangingPunct="1">
              <a:lnSpc>
                <a:spcPct val="95000"/>
              </a:lnSpc>
              <a:spcBef>
                <a:spcPts val="914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Arial" charset="0"/>
              <a:buChar char="•"/>
              <a:defRPr lang="en-US" sz="1530" kern="1200" dirty="0">
                <a:solidFill>
                  <a:schemeClr val="bg2"/>
                </a:solidFill>
                <a:latin typeface="+mn-lt"/>
                <a:ea typeface="ＭＳ Ｐゴシック" charset="0"/>
                <a:cs typeface="CiscoSans"/>
              </a:defRPr>
            </a:lvl1pPr>
            <a:lvl2pPr marL="291465" indent="-144721" algn="l" defTabSz="581576" rtl="0" eaLnBrk="1" fontAlgn="base" hangingPunct="1">
              <a:lnSpc>
                <a:spcPct val="95000"/>
              </a:lnSpc>
              <a:spcBef>
                <a:spcPts val="510"/>
              </a:spcBef>
              <a:spcAft>
                <a:spcPct val="0"/>
              </a:spcAft>
              <a:buClr>
                <a:schemeClr val="accent1"/>
              </a:buClr>
              <a:buFont typeface="Arial" charset="0"/>
              <a:buChar char="•"/>
              <a:defRPr lang="en-US" sz="1275" kern="1200" dirty="0">
                <a:solidFill>
                  <a:schemeClr val="bg2"/>
                </a:solidFill>
                <a:latin typeface="+mn-lt"/>
                <a:ea typeface="ＭＳ Ｐゴシック" charset="0"/>
                <a:cs typeface="CiscoSans"/>
              </a:defRPr>
            </a:lvl2pPr>
            <a:lvl3pPr marL="363320" indent="-146745" algn="l" defTabSz="581576" rtl="0" eaLnBrk="1" fontAlgn="base" hangingPunct="1">
              <a:lnSpc>
                <a:spcPct val="95000"/>
              </a:lnSpc>
              <a:spcBef>
                <a:spcPts val="531"/>
              </a:spcBef>
              <a:spcAft>
                <a:spcPct val="0"/>
              </a:spcAft>
              <a:buClr>
                <a:schemeClr val="accent1"/>
              </a:buClr>
              <a:buFont typeface="Arial" charset="0"/>
              <a:buChar char="•"/>
              <a:defRPr lang="en-US" sz="1148" kern="1200" dirty="0">
                <a:solidFill>
                  <a:schemeClr val="bg2"/>
                </a:solidFill>
                <a:latin typeface="+mn-lt"/>
                <a:ea typeface="ＭＳ Ｐゴシック" charset="0"/>
                <a:cs typeface="CiscoSans"/>
              </a:defRPr>
            </a:lvl3pPr>
            <a:lvl4pPr marL="438210" indent="-146745" algn="l" defTabSz="581576" rtl="0" eaLnBrk="1" fontAlgn="base" hangingPunct="1">
              <a:lnSpc>
                <a:spcPct val="95000"/>
              </a:lnSpc>
              <a:spcBef>
                <a:spcPts val="531"/>
              </a:spcBef>
              <a:spcAft>
                <a:spcPct val="0"/>
              </a:spcAft>
              <a:buClr>
                <a:schemeClr val="accent1"/>
              </a:buClr>
              <a:buFont typeface="Arial" charset="0"/>
              <a:buChar char="•"/>
              <a:defRPr lang="en-US" sz="1020" kern="1200" dirty="0">
                <a:solidFill>
                  <a:schemeClr val="bg2"/>
                </a:solidFill>
                <a:latin typeface="+mn-lt"/>
                <a:ea typeface="ＭＳ Ｐゴシック" charset="0"/>
                <a:cs typeface="CiscoSans"/>
              </a:defRPr>
            </a:lvl4pPr>
            <a:lvl5pPr marL="511076" indent="-147757" algn="l" defTabSz="581576" rtl="0" eaLnBrk="1" fontAlgn="base" hangingPunct="1">
              <a:lnSpc>
                <a:spcPct val="95000"/>
              </a:lnSpc>
              <a:spcBef>
                <a:spcPts val="531"/>
              </a:spcBef>
              <a:spcAft>
                <a:spcPct val="0"/>
              </a:spcAft>
              <a:buClr>
                <a:schemeClr val="accent1"/>
              </a:buClr>
              <a:buFont typeface="Arial" charset="0"/>
              <a:buChar char="•"/>
              <a:defRPr lang="en-US" sz="893" kern="1200" dirty="0">
                <a:solidFill>
                  <a:schemeClr val="bg2"/>
                </a:solidFill>
                <a:latin typeface="+mn-lt"/>
                <a:ea typeface="ＭＳ Ｐゴシック" charset="0"/>
                <a:cs typeface="CiscoSans"/>
              </a:defRPr>
            </a:lvl5pPr>
            <a:lvl6pPr marL="734271" indent="-145727" algn="l" defTabSz="582906" rtl="0" eaLnBrk="1" latinLnBrk="0" hangingPunct="1">
              <a:spcBef>
                <a:spcPts val="510"/>
              </a:spcBef>
              <a:buFont typeface="Arial" pitchFamily="34" charset="0"/>
              <a:buChar char="•"/>
              <a:defRPr sz="765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795460" indent="-145708" algn="l" defTabSz="582906" rtl="0" eaLnBrk="1" latinLnBrk="0" hangingPunct="1">
              <a:spcBef>
                <a:spcPts val="510"/>
              </a:spcBef>
              <a:buFont typeface="Arial" pitchFamily="34" charset="0"/>
              <a:buChar char="•"/>
              <a:defRPr sz="68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40170" indent="0" algn="l" defTabSz="582906" rtl="0" eaLnBrk="1" latinLnBrk="0" hangingPunct="1">
              <a:spcBef>
                <a:spcPct val="20000"/>
              </a:spcBef>
              <a:buFont typeface="Arial" pitchFamily="34" charset="0"/>
              <a:buNone/>
              <a:defRPr sz="12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77349" indent="-145727" algn="l" defTabSz="582906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2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3736" indent="-171450">
              <a:spcBef>
                <a:spcPts val="200"/>
              </a:spcBef>
              <a:spcAft>
                <a:spcPts val="200"/>
              </a:spcAft>
              <a:buClr>
                <a:srgbClr val="FFAABD"/>
              </a:buClr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1182E"/>
                </a:solidFill>
                <a:effectLst/>
                <a:uLnTx/>
                <a:uFillTx/>
                <a:latin typeface="CiscoSansTT Light"/>
                <a:ea typeface="ＭＳ Ｐゴシック" charset="0"/>
                <a:cs typeface="CiscoSans"/>
              </a:rPr>
              <a:t>Important info</a:t>
            </a:r>
          </a:p>
          <a:p>
            <a:pPr marL="173736" indent="-171450">
              <a:spcBef>
                <a:spcPts val="200"/>
              </a:spcBef>
              <a:spcAft>
                <a:spcPts val="200"/>
              </a:spcAft>
              <a:buClr>
                <a:srgbClr val="FFAABD"/>
              </a:buClr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1182E"/>
                </a:solidFill>
                <a:effectLst/>
                <a:uLnTx/>
                <a:uFillTx/>
                <a:latin typeface="CiscoSansTT Light"/>
                <a:ea typeface="ＭＳ Ｐゴシック" charset="0"/>
                <a:cs typeface="CiscoSans"/>
              </a:rPr>
              <a:t>More</a:t>
            </a:r>
          </a:p>
          <a:p>
            <a:pPr marL="173736" indent="-171450">
              <a:spcBef>
                <a:spcPts val="200"/>
              </a:spcBef>
              <a:spcAft>
                <a:spcPts val="200"/>
              </a:spcAft>
              <a:buClr>
                <a:srgbClr val="FFAABD"/>
              </a:buClr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1182E"/>
                </a:solidFill>
                <a:effectLst/>
                <a:uLnTx/>
                <a:uFillTx/>
                <a:latin typeface="CiscoSansTT Light"/>
                <a:ea typeface="ＭＳ Ｐゴシック" charset="0"/>
                <a:cs typeface="CiscoSans"/>
              </a:rPr>
              <a:t>More</a:t>
            </a:r>
          </a:p>
        </p:txBody>
      </p:sp>
      <p:sp>
        <p:nvSpPr>
          <p:cNvPr id="116" name="Text Placeholder 1">
            <a:extLst>
              <a:ext uri="{FF2B5EF4-FFF2-40B4-BE49-F238E27FC236}">
                <a16:creationId xmlns:a16="http://schemas.microsoft.com/office/drawing/2014/main" id="{CD6470E3-AD5C-4D7C-A12A-21365B22EB74}"/>
              </a:ext>
            </a:extLst>
          </p:cNvPr>
          <p:cNvSpPr txBox="1">
            <a:spLocks/>
          </p:cNvSpPr>
          <p:nvPr/>
        </p:nvSpPr>
        <p:spPr>
          <a:xfrm>
            <a:off x="3703255" y="4348698"/>
            <a:ext cx="3089529" cy="442951"/>
          </a:xfrm>
          <a:prstGeom prst="rect">
            <a:avLst/>
          </a:prstGeom>
        </p:spPr>
        <p:txBody>
          <a:bodyPr/>
          <a:lstStyle>
            <a:lvl1pPr marL="144382" indent="-144382" algn="l" defTabSz="581576" rtl="0" eaLnBrk="1" fontAlgn="base" hangingPunct="1">
              <a:lnSpc>
                <a:spcPct val="95000"/>
              </a:lnSpc>
              <a:spcBef>
                <a:spcPts val="914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Arial" charset="0"/>
              <a:buChar char="•"/>
              <a:defRPr lang="en-US" sz="1530" kern="1200" dirty="0">
                <a:solidFill>
                  <a:schemeClr val="bg2"/>
                </a:solidFill>
                <a:latin typeface="+mn-lt"/>
                <a:ea typeface="ＭＳ Ｐゴシック" charset="0"/>
                <a:cs typeface="CiscoSans"/>
              </a:defRPr>
            </a:lvl1pPr>
            <a:lvl2pPr marL="291465" indent="-144721" algn="l" defTabSz="581576" rtl="0" eaLnBrk="1" fontAlgn="base" hangingPunct="1">
              <a:lnSpc>
                <a:spcPct val="95000"/>
              </a:lnSpc>
              <a:spcBef>
                <a:spcPts val="510"/>
              </a:spcBef>
              <a:spcAft>
                <a:spcPct val="0"/>
              </a:spcAft>
              <a:buClr>
                <a:schemeClr val="accent1"/>
              </a:buClr>
              <a:buFont typeface="Arial" charset="0"/>
              <a:buChar char="•"/>
              <a:defRPr lang="en-US" sz="1275" kern="1200" dirty="0">
                <a:solidFill>
                  <a:schemeClr val="bg2"/>
                </a:solidFill>
                <a:latin typeface="+mn-lt"/>
                <a:ea typeface="ＭＳ Ｐゴシック" charset="0"/>
                <a:cs typeface="CiscoSans"/>
              </a:defRPr>
            </a:lvl2pPr>
            <a:lvl3pPr marL="363320" indent="-146745" algn="l" defTabSz="581576" rtl="0" eaLnBrk="1" fontAlgn="base" hangingPunct="1">
              <a:lnSpc>
                <a:spcPct val="95000"/>
              </a:lnSpc>
              <a:spcBef>
                <a:spcPts val="531"/>
              </a:spcBef>
              <a:spcAft>
                <a:spcPct val="0"/>
              </a:spcAft>
              <a:buClr>
                <a:schemeClr val="accent1"/>
              </a:buClr>
              <a:buFont typeface="Arial" charset="0"/>
              <a:buChar char="•"/>
              <a:defRPr lang="en-US" sz="1148" kern="1200" dirty="0">
                <a:solidFill>
                  <a:schemeClr val="bg2"/>
                </a:solidFill>
                <a:latin typeface="+mn-lt"/>
                <a:ea typeface="ＭＳ Ｐゴシック" charset="0"/>
                <a:cs typeface="CiscoSans"/>
              </a:defRPr>
            </a:lvl3pPr>
            <a:lvl4pPr marL="438210" indent="-146745" algn="l" defTabSz="581576" rtl="0" eaLnBrk="1" fontAlgn="base" hangingPunct="1">
              <a:lnSpc>
                <a:spcPct val="95000"/>
              </a:lnSpc>
              <a:spcBef>
                <a:spcPts val="531"/>
              </a:spcBef>
              <a:spcAft>
                <a:spcPct val="0"/>
              </a:spcAft>
              <a:buClr>
                <a:schemeClr val="accent1"/>
              </a:buClr>
              <a:buFont typeface="Arial" charset="0"/>
              <a:buChar char="•"/>
              <a:defRPr lang="en-US" sz="1020" kern="1200" dirty="0">
                <a:solidFill>
                  <a:schemeClr val="bg2"/>
                </a:solidFill>
                <a:latin typeface="+mn-lt"/>
                <a:ea typeface="ＭＳ Ｐゴシック" charset="0"/>
                <a:cs typeface="CiscoSans"/>
              </a:defRPr>
            </a:lvl4pPr>
            <a:lvl5pPr marL="511076" indent="-147757" algn="l" defTabSz="581576" rtl="0" eaLnBrk="1" fontAlgn="base" hangingPunct="1">
              <a:lnSpc>
                <a:spcPct val="95000"/>
              </a:lnSpc>
              <a:spcBef>
                <a:spcPts val="531"/>
              </a:spcBef>
              <a:spcAft>
                <a:spcPct val="0"/>
              </a:spcAft>
              <a:buClr>
                <a:schemeClr val="accent1"/>
              </a:buClr>
              <a:buFont typeface="Arial" charset="0"/>
              <a:buChar char="•"/>
              <a:defRPr lang="en-US" sz="893" kern="1200" dirty="0">
                <a:solidFill>
                  <a:schemeClr val="bg2"/>
                </a:solidFill>
                <a:latin typeface="+mn-lt"/>
                <a:ea typeface="ＭＳ Ｐゴシック" charset="0"/>
                <a:cs typeface="CiscoSans"/>
              </a:defRPr>
            </a:lvl5pPr>
            <a:lvl6pPr marL="734271" indent="-145727" algn="l" defTabSz="582906" rtl="0" eaLnBrk="1" latinLnBrk="0" hangingPunct="1">
              <a:spcBef>
                <a:spcPts val="510"/>
              </a:spcBef>
              <a:buFont typeface="Arial" pitchFamily="34" charset="0"/>
              <a:buChar char="•"/>
              <a:defRPr sz="765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795460" indent="-145708" algn="l" defTabSz="582906" rtl="0" eaLnBrk="1" latinLnBrk="0" hangingPunct="1">
              <a:spcBef>
                <a:spcPts val="510"/>
              </a:spcBef>
              <a:buFont typeface="Arial" pitchFamily="34" charset="0"/>
              <a:buChar char="•"/>
              <a:defRPr sz="68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40170" indent="0" algn="l" defTabSz="582906" rtl="0" eaLnBrk="1" latinLnBrk="0" hangingPunct="1">
              <a:spcBef>
                <a:spcPct val="20000"/>
              </a:spcBef>
              <a:buFont typeface="Arial" pitchFamily="34" charset="0"/>
              <a:buNone/>
              <a:defRPr sz="12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77349" indent="-145727" algn="l" defTabSz="582906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2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581576" rtl="0" eaLnBrk="1" fontAlgn="base" latinLnBrk="0" hangingPunct="1">
              <a:lnSpc>
                <a:spcPct val="95000"/>
              </a:lnSpc>
              <a:spcBef>
                <a:spcPts val="914"/>
              </a:spcBef>
              <a:spcAft>
                <a:spcPct val="0"/>
              </a:spcAft>
              <a:buClr>
                <a:srgbClr val="00BCEB"/>
              </a:buClr>
              <a:buSzPct val="90000"/>
              <a:buFont typeface="Arial" charset="0"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1182E"/>
                </a:solidFill>
                <a:effectLst/>
                <a:uLnTx/>
                <a:uFillTx/>
                <a:latin typeface="CiscoSansTT Light"/>
                <a:ea typeface="ＭＳ Ｐゴシック" charset="0"/>
                <a:cs typeface="CiscoSans"/>
              </a:rPr>
              <a:t>Topic</a:t>
            </a:r>
          </a:p>
        </p:txBody>
      </p:sp>
      <p:cxnSp>
        <p:nvCxnSpPr>
          <p:cNvPr id="117" name="Straight Connector 116">
            <a:extLst>
              <a:ext uri="{FF2B5EF4-FFF2-40B4-BE49-F238E27FC236}">
                <a16:creationId xmlns:a16="http://schemas.microsoft.com/office/drawing/2014/main" id="{C952C110-2A99-B98D-6C02-426A5C930DFD}"/>
              </a:ext>
            </a:extLst>
          </p:cNvPr>
          <p:cNvCxnSpPr>
            <a:cxnSpLocks/>
          </p:cNvCxnSpPr>
          <p:nvPr/>
        </p:nvCxnSpPr>
        <p:spPr>
          <a:xfrm>
            <a:off x="3643003" y="4714229"/>
            <a:ext cx="3522907" cy="0"/>
          </a:xfrm>
          <a:prstGeom prst="line">
            <a:avLst/>
          </a:prstGeom>
          <a:ln>
            <a:solidFill>
              <a:schemeClr val="tx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2" name="TextBox 121">
            <a:extLst>
              <a:ext uri="{FF2B5EF4-FFF2-40B4-BE49-F238E27FC236}">
                <a16:creationId xmlns:a16="http://schemas.microsoft.com/office/drawing/2014/main" id="{4948FF43-8DFD-F87E-6BB7-324D2FB0E0D8}"/>
              </a:ext>
            </a:extLst>
          </p:cNvPr>
          <p:cNvSpPr txBox="1"/>
          <p:nvPr/>
        </p:nvSpPr>
        <p:spPr>
          <a:xfrm>
            <a:off x="4042486" y="442317"/>
            <a:ext cx="3358814" cy="27699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0" indent="0" algn="r" defTabSz="609559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414244"/>
                </a:solidFill>
                <a:effectLst/>
                <a:uLnTx/>
                <a:uFillTx/>
                <a:latin typeface="CiscoSansTT" panose="020B0503020201020303" pitchFamily="34" charset="0"/>
                <a:ea typeface="ＭＳ Ｐゴシック" charset="0"/>
                <a:cs typeface="CiscoSansTT" panose="020B0503020201020303" pitchFamily="34" charset="0"/>
              </a:rPr>
              <a:t>&lt;Insert Document Title&gt;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FC453413-052B-35A4-7963-49FEA2E9BA16}"/>
              </a:ext>
            </a:extLst>
          </p:cNvPr>
          <p:cNvSpPr txBox="1"/>
          <p:nvPr/>
        </p:nvSpPr>
        <p:spPr>
          <a:xfrm>
            <a:off x="378142" y="6554527"/>
            <a:ext cx="7020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solidFill>
                  <a:srgbClr val="07182D"/>
                </a:solidFill>
                <a:latin typeface="+mn-lt"/>
              </a:rPr>
              <a:t>Disclaimer</a:t>
            </a:r>
          </a:p>
        </p:txBody>
      </p:sp>
      <p:sp>
        <p:nvSpPr>
          <p:cNvPr id="48" name="Rounded Rectangle 47">
            <a:extLst>
              <a:ext uri="{FF2B5EF4-FFF2-40B4-BE49-F238E27FC236}">
                <a16:creationId xmlns:a16="http://schemas.microsoft.com/office/drawing/2014/main" id="{E212064D-9909-6A62-B324-15FE6047A87A}"/>
              </a:ext>
            </a:extLst>
          </p:cNvPr>
          <p:cNvSpPr/>
          <p:nvPr/>
        </p:nvSpPr>
        <p:spPr>
          <a:xfrm>
            <a:off x="421532" y="7141100"/>
            <a:ext cx="6976610" cy="1900240"/>
          </a:xfrm>
          <a:prstGeom prst="roundRect">
            <a:avLst>
              <a:gd name="adj" fmla="val 9985"/>
            </a:avLst>
          </a:prstGeom>
          <a:solidFill>
            <a:schemeClr val="bg2">
              <a:lumMod val="95000"/>
              <a:alpha val="6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marL="0" marR="0" lvl="0" indent="0" algn="ctr" defTabSz="609559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414244"/>
              </a:solidFill>
              <a:effectLst/>
              <a:uLnTx/>
              <a:uFillTx/>
              <a:latin typeface="CiscoSansTT Light"/>
              <a:ea typeface="+mn-ea"/>
              <a:cs typeface="+mn-cs"/>
            </a:endParaRPr>
          </a:p>
        </p:txBody>
      </p:sp>
      <p:sp>
        <p:nvSpPr>
          <p:cNvPr id="49" name="Content Placeholder 2">
            <a:extLst>
              <a:ext uri="{FF2B5EF4-FFF2-40B4-BE49-F238E27FC236}">
                <a16:creationId xmlns:a16="http://schemas.microsoft.com/office/drawing/2014/main" id="{6C7FD204-8D46-61E0-D3A6-353F7BC756A7}"/>
              </a:ext>
            </a:extLst>
          </p:cNvPr>
          <p:cNvSpPr txBox="1">
            <a:spLocks/>
          </p:cNvSpPr>
          <p:nvPr/>
        </p:nvSpPr>
        <p:spPr>
          <a:xfrm>
            <a:off x="749732" y="7367174"/>
            <a:ext cx="6309974" cy="1387800"/>
          </a:xfrm>
          <a:prstGeom prst="rect">
            <a:avLst/>
          </a:prstGeom>
        </p:spPr>
        <p:txBody>
          <a:bodyPr anchor="t">
            <a:noAutofit/>
          </a:bodyPr>
          <a:lstStyle>
            <a:lvl1pPr marL="226482" indent="-226482" algn="l" defTabSz="912276" rtl="0" eaLnBrk="1" fontAlgn="base" hangingPunct="1">
              <a:lnSpc>
                <a:spcPct val="95000"/>
              </a:lnSpc>
              <a:spcBef>
                <a:spcPts val="1433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Arial" charset="0"/>
              <a:buChar char="•"/>
              <a:defRPr lang="en-US" sz="2400" kern="1200" dirty="0">
                <a:solidFill>
                  <a:schemeClr val="bg2"/>
                </a:solidFill>
                <a:latin typeface="+mn-lt"/>
                <a:ea typeface="ＭＳ Ｐゴシック" charset="0"/>
                <a:cs typeface="CiscoSans"/>
              </a:defRPr>
            </a:lvl1pPr>
            <a:lvl2pPr marL="457200" indent="-227013" algn="l" defTabSz="912276" rtl="0" eaLnBrk="1" fontAlgn="base" hangingPunct="1">
              <a:lnSpc>
                <a:spcPct val="95000"/>
              </a:lnSpc>
              <a:spcBef>
                <a:spcPts val="800"/>
              </a:spcBef>
              <a:spcAft>
                <a:spcPct val="0"/>
              </a:spcAft>
              <a:buClr>
                <a:schemeClr val="accent1"/>
              </a:buClr>
              <a:buFont typeface="Arial" charset="0"/>
              <a:buChar char="•"/>
              <a:defRPr lang="en-US" sz="2000" kern="1200" dirty="0">
                <a:solidFill>
                  <a:schemeClr val="bg2"/>
                </a:solidFill>
                <a:latin typeface="+mn-lt"/>
                <a:ea typeface="ＭＳ Ｐゴシック" charset="0"/>
                <a:cs typeface="CiscoSans"/>
              </a:defRPr>
            </a:lvl2pPr>
            <a:lvl3pPr marL="569913" indent="-230188" algn="l" defTabSz="912276" rtl="0" eaLnBrk="1" fontAlgn="base" hangingPunct="1">
              <a:lnSpc>
                <a:spcPct val="95000"/>
              </a:lnSpc>
              <a:spcBef>
                <a:spcPts val="833"/>
              </a:spcBef>
              <a:spcAft>
                <a:spcPct val="0"/>
              </a:spcAft>
              <a:buClr>
                <a:schemeClr val="accent1"/>
              </a:buClr>
              <a:buFont typeface="Arial" charset="0"/>
              <a:buChar char="•"/>
              <a:defRPr lang="en-US" sz="1800" kern="1200" dirty="0">
                <a:solidFill>
                  <a:schemeClr val="bg2"/>
                </a:solidFill>
                <a:latin typeface="+mn-lt"/>
                <a:ea typeface="ＭＳ Ｐゴシック" charset="0"/>
                <a:cs typeface="CiscoSans"/>
              </a:defRPr>
            </a:lvl3pPr>
            <a:lvl4pPr marL="687388" indent="-230188" algn="l" defTabSz="912276" rtl="0" eaLnBrk="1" fontAlgn="base" hangingPunct="1">
              <a:lnSpc>
                <a:spcPct val="95000"/>
              </a:lnSpc>
              <a:spcBef>
                <a:spcPts val="833"/>
              </a:spcBef>
              <a:spcAft>
                <a:spcPct val="0"/>
              </a:spcAft>
              <a:buClr>
                <a:schemeClr val="accent1"/>
              </a:buClr>
              <a:buFont typeface="Arial" charset="0"/>
              <a:buChar char="•"/>
              <a:defRPr lang="en-US" sz="1600" kern="1200" dirty="0">
                <a:solidFill>
                  <a:schemeClr val="bg2"/>
                </a:solidFill>
                <a:latin typeface="+mn-lt"/>
                <a:ea typeface="ＭＳ Ｐゴシック" charset="0"/>
                <a:cs typeface="CiscoSans"/>
              </a:defRPr>
            </a:lvl4pPr>
            <a:lvl5pPr marL="801688" indent="-231775" algn="l" defTabSz="912276" rtl="0" eaLnBrk="1" fontAlgn="base" hangingPunct="1">
              <a:lnSpc>
                <a:spcPct val="95000"/>
              </a:lnSpc>
              <a:spcBef>
                <a:spcPts val="833"/>
              </a:spcBef>
              <a:spcAft>
                <a:spcPct val="0"/>
              </a:spcAft>
              <a:buClr>
                <a:schemeClr val="accent1"/>
              </a:buClr>
              <a:buFont typeface="Arial" charset="0"/>
              <a:buChar char="•"/>
              <a:defRPr lang="en-US" sz="1400" kern="1200" dirty="0">
                <a:solidFill>
                  <a:schemeClr val="bg2"/>
                </a:solidFill>
                <a:latin typeface="+mn-lt"/>
                <a:ea typeface="ＭＳ Ｐゴシック" charset="0"/>
                <a:cs typeface="CiscoSans"/>
              </a:defRPr>
            </a:lvl5pPr>
            <a:lvl6pPr marL="1151798" indent="-228592" algn="l" defTabSz="914362" rtl="0" eaLnBrk="1" latinLnBrk="0" hangingPunct="1">
              <a:spcBef>
                <a:spcPts val="800"/>
              </a:spcBef>
              <a:buFont typeface="Arial" pitchFamily="34" charset="0"/>
              <a:buChar char="•"/>
              <a:defRPr sz="12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47781" indent="-228561" algn="l" defTabSz="914362" rtl="0" eaLnBrk="1" latinLnBrk="0" hangingPunct="1">
              <a:spcBef>
                <a:spcPts val="800"/>
              </a:spcBef>
              <a:buFont typeface="Arial" pitchFamily="34" charset="0"/>
              <a:buChar char="•"/>
              <a:defRPr sz="1067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267" indent="0" algn="l" defTabSz="914362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38" indent="-228592" algn="l" defTabSz="91436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2276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BCEB"/>
              </a:buClr>
              <a:buSzPct val="90000"/>
              <a:buFont typeface="Arial" charset="0"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1182E"/>
                </a:solidFill>
                <a:effectLst/>
                <a:uLnTx/>
                <a:uFillTx/>
                <a:latin typeface="CiscoSansTT Light"/>
                <a:ea typeface="ＭＳ Ｐゴシック" charset="0"/>
                <a:cs typeface="CiscoSans"/>
              </a:rPr>
              <a:t>&lt;Insert Disclaimer&gt;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A5C00382-747F-0CC3-EF19-134FDF1DADE9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152829" y="9495785"/>
            <a:ext cx="490626" cy="17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52348" tIns="26173" rIns="52348" bIns="26173" anchor="b">
            <a:spAutoFit/>
          </a:bodyPr>
          <a:lstStyle/>
          <a:p>
            <a:pPr defTabSz="519128" fontAlgn="auto">
              <a:spcBef>
                <a:spcPts val="0"/>
              </a:spcBef>
              <a:spcAft>
                <a:spcPts val="0"/>
              </a:spcAft>
              <a:defRPr/>
            </a:pPr>
            <a:fld id="{9455A196-DBE5-CA43-A2D6-20DA7E97BD65}" type="slidenum">
              <a:rPr lang="en-US" sz="800" spc="17" baseline="0" smtClean="0">
                <a:latin typeface="CiscoSansTT" panose="020B0503020201020303" pitchFamily="34" charset="0"/>
                <a:ea typeface="+mn-ea"/>
                <a:cs typeface="CiscoSansTT" panose="020B0503020201020303" pitchFamily="34" charset="0"/>
              </a:rPr>
              <a:t>3</a:t>
            </a:fld>
            <a:endParaRPr lang="en-US" sz="800" spc="17" baseline="0">
              <a:latin typeface="CiscoSansTT" panose="020B0503020201020303" pitchFamily="34" charset="0"/>
              <a:ea typeface="+mn-ea"/>
              <a:cs typeface="CiscoSansTT" panose="020B0503020201020303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D8DB43A-7180-D050-012A-30FD886F4EE7}"/>
              </a:ext>
            </a:extLst>
          </p:cNvPr>
          <p:cNvSpPr/>
          <p:nvPr/>
        </p:nvSpPr>
        <p:spPr>
          <a:xfrm>
            <a:off x="0" y="9892145"/>
            <a:ext cx="7772400" cy="166255"/>
          </a:xfrm>
          <a:prstGeom prst="rect">
            <a:avLst/>
          </a:prstGeom>
          <a:gradFill flip="none" rotWithShape="1">
            <a:gsLst>
              <a:gs pos="50000">
                <a:srgbClr val="FFAABD"/>
              </a:gs>
              <a:gs pos="10000">
                <a:srgbClr val="FFD755"/>
              </a:gs>
              <a:gs pos="90000">
                <a:srgbClr val="D73E45"/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A35E421-2CE8-377D-45F9-E90C2D94727E}"/>
              </a:ext>
            </a:extLst>
          </p:cNvPr>
          <p:cNvSpPr txBox="1"/>
          <p:nvPr/>
        </p:nvSpPr>
        <p:spPr>
          <a:xfrm>
            <a:off x="378142" y="442317"/>
            <a:ext cx="30383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1182E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</a:rPr>
              <a:t>Human Resources</a:t>
            </a:r>
            <a:endParaRPr lang="en-IL" b="1" dirty="0">
              <a:solidFill>
                <a:srgbClr val="01182E"/>
              </a:solidFill>
              <a:latin typeface="Inter" panose="02000503000000020004" pitchFamily="2" charset="0"/>
              <a:ea typeface="Inter" panose="02000503000000020004" pitchFamily="2" charset="0"/>
              <a:cs typeface="Inter" panose="02000503000000020004" pitchFamily="2" charset="0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9E0D669-2C3E-9E73-B644-925EE3BDF8DC}"/>
              </a:ext>
            </a:extLst>
          </p:cNvPr>
          <p:cNvCxnSpPr>
            <a:cxnSpLocks/>
          </p:cNvCxnSpPr>
          <p:nvPr/>
        </p:nvCxnSpPr>
        <p:spPr>
          <a:xfrm>
            <a:off x="457200" y="847907"/>
            <a:ext cx="6858000" cy="0"/>
          </a:xfrm>
          <a:prstGeom prst="line">
            <a:avLst/>
          </a:prstGeom>
          <a:solidFill>
            <a:schemeClr val="bg2">
              <a:lumMod val="95000"/>
              <a:alpha val="60000"/>
            </a:schemeClr>
          </a:solidFill>
          <a:ln w="12700">
            <a:gradFill flip="none" rotWithShape="1">
              <a:gsLst>
                <a:gs pos="10000">
                  <a:srgbClr val="FFD755"/>
                </a:gs>
                <a:gs pos="50000">
                  <a:srgbClr val="FFAABD"/>
                </a:gs>
                <a:gs pos="90000">
                  <a:srgbClr val="D73E45"/>
                </a:gs>
              </a:gsLst>
              <a:lin ang="1200000" scaled="0"/>
              <a:tileRect/>
            </a:gra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</p:spTree>
    <p:extLst>
      <p:ext uri="{BB962C8B-B14F-4D97-AF65-F5344CB8AC3E}">
        <p14:creationId xmlns:p14="http://schemas.microsoft.com/office/powerpoint/2010/main" val="26999725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274D">
            <a:alpha val="0"/>
          </a:srgb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AA45642-BE68-1EBA-CCF5-4137EE1BC5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>
            <a:extLst>
              <a:ext uri="{FF2B5EF4-FFF2-40B4-BE49-F238E27FC236}">
                <a16:creationId xmlns:a16="http://schemas.microsoft.com/office/drawing/2014/main" id="{5EFA9A62-6CF6-9F35-8961-AE8546A86249}"/>
              </a:ext>
            </a:extLst>
          </p:cNvPr>
          <p:cNvSpPr txBox="1"/>
          <p:nvPr/>
        </p:nvSpPr>
        <p:spPr>
          <a:xfrm>
            <a:off x="379065" y="2799426"/>
            <a:ext cx="2259993" cy="28818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3736" indent="-173736" algn="l">
              <a:lnSpc>
                <a:spcPct val="95000"/>
              </a:lnSpc>
              <a:spcBef>
                <a:spcPts val="100"/>
              </a:spcBef>
              <a:spcAft>
                <a:spcPts val="100"/>
              </a:spcAft>
            </a:pPr>
            <a:r>
              <a:rPr lang="en-US" sz="1200" b="1">
                <a:solidFill>
                  <a:schemeClr val="bg2"/>
                </a:solidFill>
                <a:effectLst/>
                <a:latin typeface="CiscoSansTT" panose="020B0503020201020303" pitchFamily="34" charset="0"/>
                <a:cs typeface="CiscoSansTT" panose="020B0503020201020303" pitchFamily="34" charset="0"/>
              </a:rPr>
              <a:t>Some bullets: </a:t>
            </a:r>
          </a:p>
          <a:p>
            <a:pPr marL="173736" indent="-173736" algn="l">
              <a:lnSpc>
                <a:spcPct val="9500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200">
                <a:solidFill>
                  <a:schemeClr val="bg2"/>
                </a:solidFill>
                <a:effectLst/>
                <a:latin typeface="CiscoSansTT Light" panose="020B0503020201020303" pitchFamily="34" charset="0"/>
                <a:cs typeface="CiscoSansTT Light" panose="020B0503020201020303" pitchFamily="34" charset="0"/>
              </a:rPr>
              <a:t>One</a:t>
            </a:r>
          </a:p>
          <a:p>
            <a:pPr marL="173736" indent="-173736" algn="l">
              <a:lnSpc>
                <a:spcPct val="9500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200">
                <a:solidFill>
                  <a:schemeClr val="bg2"/>
                </a:solidFill>
                <a:latin typeface="CiscoSansTT Light" panose="020B0503020201020303" pitchFamily="34" charset="0"/>
                <a:cs typeface="CiscoSansTT Light" panose="020B0503020201020303" pitchFamily="34" charset="0"/>
              </a:rPr>
              <a:t>Two</a:t>
            </a:r>
          </a:p>
          <a:p>
            <a:pPr marL="173736" indent="-173736" algn="l">
              <a:lnSpc>
                <a:spcPct val="9500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200">
                <a:solidFill>
                  <a:schemeClr val="bg2"/>
                </a:solidFill>
                <a:latin typeface="CiscoSansTT Light" panose="020B0503020201020303" pitchFamily="34" charset="0"/>
                <a:cs typeface="CiscoSansTT Light" panose="020B0503020201020303" pitchFamily="34" charset="0"/>
              </a:rPr>
              <a:t>Three</a:t>
            </a:r>
          </a:p>
          <a:p>
            <a:pPr marL="173736" indent="-173736" algn="l">
              <a:lnSpc>
                <a:spcPct val="9500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endParaRPr lang="en-US" sz="1200">
              <a:solidFill>
                <a:schemeClr val="bg2"/>
              </a:solidFill>
              <a:latin typeface="CiscoSansTT Light" panose="020B0503020201020303" pitchFamily="34" charset="0"/>
              <a:cs typeface="CiscoSansTT Light" panose="020B0503020201020303" pitchFamily="34" charset="0"/>
            </a:endParaRPr>
          </a:p>
          <a:p>
            <a:pPr marL="173736" indent="-173736" algn="l">
              <a:lnSpc>
                <a:spcPct val="95000"/>
              </a:lnSpc>
              <a:spcBef>
                <a:spcPts val="100"/>
              </a:spcBef>
              <a:spcAft>
                <a:spcPts val="100"/>
              </a:spcAft>
            </a:pPr>
            <a:r>
              <a:rPr lang="en-US" sz="1200" b="1">
                <a:solidFill>
                  <a:schemeClr val="bg2"/>
                </a:solidFill>
                <a:effectLst/>
                <a:latin typeface="CiscoSansTT" panose="020B0503020201020303" pitchFamily="34" charset="0"/>
                <a:cs typeface="CiscoSansTT" panose="020B0503020201020303" pitchFamily="34" charset="0"/>
              </a:rPr>
              <a:t>Some bullets: </a:t>
            </a:r>
          </a:p>
          <a:p>
            <a:pPr marL="173736" indent="-173736" algn="l">
              <a:lnSpc>
                <a:spcPct val="9500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200">
                <a:solidFill>
                  <a:schemeClr val="bg2"/>
                </a:solidFill>
                <a:effectLst/>
                <a:latin typeface="CiscoSansTT Light" panose="020B0503020201020303" pitchFamily="34" charset="0"/>
                <a:cs typeface="CiscoSansTT Light" panose="020B0503020201020303" pitchFamily="34" charset="0"/>
              </a:rPr>
              <a:t>One</a:t>
            </a:r>
          </a:p>
          <a:p>
            <a:pPr marL="173736" indent="-173736" algn="l">
              <a:lnSpc>
                <a:spcPct val="9500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200">
                <a:solidFill>
                  <a:schemeClr val="bg2"/>
                </a:solidFill>
                <a:latin typeface="CiscoSansTT Light" panose="020B0503020201020303" pitchFamily="34" charset="0"/>
                <a:cs typeface="CiscoSansTT Light" panose="020B0503020201020303" pitchFamily="34" charset="0"/>
              </a:rPr>
              <a:t>Two</a:t>
            </a:r>
          </a:p>
          <a:p>
            <a:pPr marL="173736" indent="-173736" algn="l">
              <a:lnSpc>
                <a:spcPct val="9500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200">
                <a:solidFill>
                  <a:schemeClr val="bg2"/>
                </a:solidFill>
                <a:latin typeface="CiscoSansTT Light" panose="020B0503020201020303" pitchFamily="34" charset="0"/>
                <a:cs typeface="CiscoSansTT Light" panose="020B0503020201020303" pitchFamily="34" charset="0"/>
              </a:rPr>
              <a:t>Three</a:t>
            </a:r>
          </a:p>
          <a:p>
            <a:pPr marL="173736" indent="-173736" algn="l">
              <a:lnSpc>
                <a:spcPct val="9500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endParaRPr lang="en-US" sz="1200">
              <a:solidFill>
                <a:schemeClr val="bg2"/>
              </a:solidFill>
              <a:latin typeface="CiscoSansTT Light" panose="020B0503020201020303" pitchFamily="34" charset="0"/>
              <a:cs typeface="CiscoSansTT Light" panose="020B0503020201020303" pitchFamily="34" charset="0"/>
            </a:endParaRPr>
          </a:p>
          <a:p>
            <a:pPr marL="173736" indent="-173736" algn="l">
              <a:lnSpc>
                <a:spcPct val="95000"/>
              </a:lnSpc>
              <a:spcBef>
                <a:spcPts val="100"/>
              </a:spcBef>
              <a:spcAft>
                <a:spcPts val="100"/>
              </a:spcAft>
            </a:pPr>
            <a:r>
              <a:rPr lang="en-US" sz="1200" b="1">
                <a:solidFill>
                  <a:schemeClr val="bg2"/>
                </a:solidFill>
                <a:effectLst/>
                <a:latin typeface="CiscoSansTT" panose="020B0503020201020303" pitchFamily="34" charset="0"/>
                <a:cs typeface="CiscoSansTT" panose="020B0503020201020303" pitchFamily="34" charset="0"/>
              </a:rPr>
              <a:t>Some bullets: </a:t>
            </a:r>
          </a:p>
          <a:p>
            <a:pPr marL="173736" indent="-173736" algn="l">
              <a:lnSpc>
                <a:spcPct val="9500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200">
                <a:solidFill>
                  <a:schemeClr val="bg2"/>
                </a:solidFill>
                <a:effectLst/>
                <a:latin typeface="CiscoSansTT Light" panose="020B0503020201020303" pitchFamily="34" charset="0"/>
                <a:cs typeface="CiscoSansTT Light" panose="020B0503020201020303" pitchFamily="34" charset="0"/>
              </a:rPr>
              <a:t>One</a:t>
            </a:r>
          </a:p>
          <a:p>
            <a:pPr marL="173736" indent="-173736" algn="l">
              <a:lnSpc>
                <a:spcPct val="9500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200">
                <a:solidFill>
                  <a:schemeClr val="bg2"/>
                </a:solidFill>
                <a:latin typeface="CiscoSansTT Light" panose="020B0503020201020303" pitchFamily="34" charset="0"/>
                <a:cs typeface="CiscoSansTT Light" panose="020B0503020201020303" pitchFamily="34" charset="0"/>
              </a:rPr>
              <a:t>Two</a:t>
            </a:r>
          </a:p>
          <a:p>
            <a:pPr marL="173736" indent="-173736" algn="l">
              <a:lnSpc>
                <a:spcPct val="9500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200">
                <a:solidFill>
                  <a:schemeClr val="bg2"/>
                </a:solidFill>
                <a:latin typeface="CiscoSansTT Light" panose="020B0503020201020303" pitchFamily="34" charset="0"/>
                <a:cs typeface="CiscoSansTT Light" panose="020B0503020201020303" pitchFamily="34" charset="0"/>
              </a:rPr>
              <a:t>Three</a:t>
            </a:r>
          </a:p>
        </p:txBody>
      </p: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DFEDA818-F801-2FED-B37D-7DE147E99DF6}"/>
              </a:ext>
            </a:extLst>
          </p:cNvPr>
          <p:cNvCxnSpPr>
            <a:cxnSpLocks/>
          </p:cNvCxnSpPr>
          <p:nvPr/>
        </p:nvCxnSpPr>
        <p:spPr>
          <a:xfrm flipV="1">
            <a:off x="3190001" y="1597243"/>
            <a:ext cx="0" cy="7457494"/>
          </a:xfrm>
          <a:prstGeom prst="line">
            <a:avLst/>
          </a:prstGeom>
          <a:ln>
            <a:solidFill>
              <a:srgbClr val="07182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TextBox 78">
            <a:extLst>
              <a:ext uri="{FF2B5EF4-FFF2-40B4-BE49-F238E27FC236}">
                <a16:creationId xmlns:a16="http://schemas.microsoft.com/office/drawing/2014/main" id="{0E59EABD-E866-9231-40A3-8DD6C93BB070}"/>
              </a:ext>
            </a:extLst>
          </p:cNvPr>
          <p:cNvSpPr txBox="1"/>
          <p:nvPr/>
        </p:nvSpPr>
        <p:spPr>
          <a:xfrm>
            <a:off x="476289" y="1827209"/>
            <a:ext cx="2481480" cy="28818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3736" indent="-173736" algn="l">
              <a:lnSpc>
                <a:spcPct val="95000"/>
              </a:lnSpc>
              <a:spcBef>
                <a:spcPts val="100"/>
              </a:spcBef>
              <a:spcAft>
                <a:spcPts val="100"/>
              </a:spcAft>
            </a:pPr>
            <a:r>
              <a:rPr lang="en-US" sz="1200" b="1">
                <a:solidFill>
                  <a:srgbClr val="07182D"/>
                </a:solidFill>
                <a:effectLst/>
                <a:latin typeface="CiscoSansTT" panose="020B0503020201020303" pitchFamily="34" charset="0"/>
                <a:cs typeface="CiscoSansTT" panose="020B0503020201020303" pitchFamily="34" charset="0"/>
              </a:rPr>
              <a:t>Some bullets: </a:t>
            </a:r>
          </a:p>
          <a:p>
            <a:pPr marL="173736" indent="-173736" algn="l">
              <a:lnSpc>
                <a:spcPct val="9500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200">
                <a:solidFill>
                  <a:srgbClr val="07182D"/>
                </a:solidFill>
                <a:effectLst/>
                <a:latin typeface="CiscoSansTT Light" panose="020B0503020201020303" pitchFamily="34" charset="0"/>
                <a:cs typeface="CiscoSansTT Light" panose="020B0503020201020303" pitchFamily="34" charset="0"/>
              </a:rPr>
              <a:t>One</a:t>
            </a:r>
          </a:p>
          <a:p>
            <a:pPr marL="173736" indent="-173736" algn="l">
              <a:lnSpc>
                <a:spcPct val="9500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200">
                <a:solidFill>
                  <a:srgbClr val="07182D"/>
                </a:solidFill>
                <a:latin typeface="CiscoSansTT Light" panose="020B0503020201020303" pitchFamily="34" charset="0"/>
                <a:cs typeface="CiscoSansTT Light" panose="020B0503020201020303" pitchFamily="34" charset="0"/>
              </a:rPr>
              <a:t>Two</a:t>
            </a:r>
          </a:p>
          <a:p>
            <a:pPr marL="173736" indent="-173736" algn="l">
              <a:lnSpc>
                <a:spcPct val="9500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200">
                <a:solidFill>
                  <a:srgbClr val="07182D"/>
                </a:solidFill>
                <a:latin typeface="CiscoSansTT Light" panose="020B0503020201020303" pitchFamily="34" charset="0"/>
                <a:cs typeface="CiscoSansTT Light" panose="020B0503020201020303" pitchFamily="34" charset="0"/>
              </a:rPr>
              <a:t>Three</a:t>
            </a:r>
          </a:p>
          <a:p>
            <a:pPr marL="173736" indent="-173736" algn="l">
              <a:lnSpc>
                <a:spcPct val="9500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endParaRPr lang="en-US" sz="1200">
              <a:solidFill>
                <a:srgbClr val="07182D"/>
              </a:solidFill>
              <a:latin typeface="CiscoSansTT Light" panose="020B0503020201020303" pitchFamily="34" charset="0"/>
              <a:cs typeface="CiscoSansTT Light" panose="020B0503020201020303" pitchFamily="34" charset="0"/>
            </a:endParaRPr>
          </a:p>
          <a:p>
            <a:pPr marL="173736" indent="-173736" algn="l">
              <a:lnSpc>
                <a:spcPct val="95000"/>
              </a:lnSpc>
              <a:spcBef>
                <a:spcPts val="100"/>
              </a:spcBef>
              <a:spcAft>
                <a:spcPts val="100"/>
              </a:spcAft>
            </a:pPr>
            <a:r>
              <a:rPr lang="en-US" sz="1200" b="1">
                <a:solidFill>
                  <a:srgbClr val="07182D"/>
                </a:solidFill>
                <a:effectLst/>
                <a:latin typeface="CiscoSansTT" panose="020B0503020201020303" pitchFamily="34" charset="0"/>
                <a:cs typeface="CiscoSansTT" panose="020B0503020201020303" pitchFamily="34" charset="0"/>
              </a:rPr>
              <a:t>Some bullets: </a:t>
            </a:r>
          </a:p>
          <a:p>
            <a:pPr marL="173736" indent="-173736" algn="l">
              <a:lnSpc>
                <a:spcPct val="9500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200">
                <a:solidFill>
                  <a:srgbClr val="07182D"/>
                </a:solidFill>
                <a:effectLst/>
                <a:latin typeface="CiscoSansTT Light" panose="020B0503020201020303" pitchFamily="34" charset="0"/>
                <a:cs typeface="CiscoSansTT Light" panose="020B0503020201020303" pitchFamily="34" charset="0"/>
              </a:rPr>
              <a:t>One</a:t>
            </a:r>
          </a:p>
          <a:p>
            <a:pPr marL="173736" indent="-173736" algn="l">
              <a:lnSpc>
                <a:spcPct val="9500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200">
                <a:solidFill>
                  <a:srgbClr val="07182D"/>
                </a:solidFill>
                <a:latin typeface="CiscoSansTT Light" panose="020B0503020201020303" pitchFamily="34" charset="0"/>
                <a:cs typeface="CiscoSansTT Light" panose="020B0503020201020303" pitchFamily="34" charset="0"/>
              </a:rPr>
              <a:t>Two</a:t>
            </a:r>
          </a:p>
          <a:p>
            <a:pPr marL="173736" indent="-173736" algn="l">
              <a:lnSpc>
                <a:spcPct val="9500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200">
                <a:solidFill>
                  <a:srgbClr val="07182D"/>
                </a:solidFill>
                <a:latin typeface="CiscoSansTT Light" panose="020B0503020201020303" pitchFamily="34" charset="0"/>
                <a:cs typeface="CiscoSansTT Light" panose="020B0503020201020303" pitchFamily="34" charset="0"/>
              </a:rPr>
              <a:t>Three</a:t>
            </a:r>
          </a:p>
          <a:p>
            <a:pPr marL="173736" indent="-173736" algn="l">
              <a:lnSpc>
                <a:spcPct val="9500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endParaRPr lang="en-US" sz="1200">
              <a:solidFill>
                <a:srgbClr val="07182D"/>
              </a:solidFill>
              <a:latin typeface="CiscoSansTT Light" panose="020B0503020201020303" pitchFamily="34" charset="0"/>
              <a:cs typeface="CiscoSansTT Light" panose="020B0503020201020303" pitchFamily="34" charset="0"/>
            </a:endParaRPr>
          </a:p>
          <a:p>
            <a:pPr marL="173736" indent="-173736" algn="l">
              <a:lnSpc>
                <a:spcPct val="95000"/>
              </a:lnSpc>
              <a:spcBef>
                <a:spcPts val="100"/>
              </a:spcBef>
              <a:spcAft>
                <a:spcPts val="100"/>
              </a:spcAft>
            </a:pPr>
            <a:r>
              <a:rPr lang="en-US" sz="1200" b="1">
                <a:solidFill>
                  <a:srgbClr val="07182D"/>
                </a:solidFill>
                <a:effectLst/>
                <a:latin typeface="CiscoSansTT" panose="020B0503020201020303" pitchFamily="34" charset="0"/>
                <a:cs typeface="CiscoSansTT" panose="020B0503020201020303" pitchFamily="34" charset="0"/>
              </a:rPr>
              <a:t>Some bullets: </a:t>
            </a:r>
          </a:p>
          <a:p>
            <a:pPr marL="173736" indent="-173736" algn="l">
              <a:lnSpc>
                <a:spcPct val="9500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200">
                <a:solidFill>
                  <a:srgbClr val="07182D"/>
                </a:solidFill>
                <a:effectLst/>
                <a:latin typeface="CiscoSansTT Light" panose="020B0503020201020303" pitchFamily="34" charset="0"/>
                <a:cs typeface="CiscoSansTT Light" panose="020B0503020201020303" pitchFamily="34" charset="0"/>
              </a:rPr>
              <a:t>One</a:t>
            </a:r>
          </a:p>
          <a:p>
            <a:pPr marL="173736" indent="-173736" algn="l">
              <a:lnSpc>
                <a:spcPct val="9500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200">
                <a:solidFill>
                  <a:srgbClr val="07182D"/>
                </a:solidFill>
                <a:latin typeface="CiscoSansTT Light" panose="020B0503020201020303" pitchFamily="34" charset="0"/>
                <a:cs typeface="CiscoSansTT Light" panose="020B0503020201020303" pitchFamily="34" charset="0"/>
              </a:rPr>
              <a:t>Two</a:t>
            </a:r>
          </a:p>
          <a:p>
            <a:pPr marL="173736" indent="-173736" algn="l">
              <a:lnSpc>
                <a:spcPct val="9500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200">
                <a:solidFill>
                  <a:srgbClr val="07182D"/>
                </a:solidFill>
                <a:latin typeface="CiscoSansTT Light" panose="020B0503020201020303" pitchFamily="34" charset="0"/>
                <a:cs typeface="CiscoSansTT Light" panose="020B0503020201020303" pitchFamily="34" charset="0"/>
              </a:rPr>
              <a:t>Three</a:t>
            </a:r>
          </a:p>
        </p:txBody>
      </p:sp>
      <p:sp>
        <p:nvSpPr>
          <p:cNvPr id="104" name="Rounded Rectangle 103">
            <a:extLst>
              <a:ext uri="{FF2B5EF4-FFF2-40B4-BE49-F238E27FC236}">
                <a16:creationId xmlns:a16="http://schemas.microsoft.com/office/drawing/2014/main" id="{58C41236-1D4E-040F-D39E-9E7CEEADF7DD}"/>
              </a:ext>
            </a:extLst>
          </p:cNvPr>
          <p:cNvSpPr/>
          <p:nvPr/>
        </p:nvSpPr>
        <p:spPr>
          <a:xfrm>
            <a:off x="3449053" y="1705638"/>
            <a:ext cx="3949089" cy="2167954"/>
          </a:xfrm>
          <a:prstGeom prst="roundRect">
            <a:avLst>
              <a:gd name="adj" fmla="val 7776"/>
            </a:avLst>
          </a:prstGeom>
          <a:solidFill>
            <a:schemeClr val="bg2">
              <a:lumMod val="95000"/>
              <a:alpha val="6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endParaRPr lang="en-US"/>
          </a:p>
        </p:txBody>
      </p:sp>
      <p:sp>
        <p:nvSpPr>
          <p:cNvPr id="108" name="Rounded Rectangle 107">
            <a:extLst>
              <a:ext uri="{FF2B5EF4-FFF2-40B4-BE49-F238E27FC236}">
                <a16:creationId xmlns:a16="http://schemas.microsoft.com/office/drawing/2014/main" id="{E2C1977B-6E06-1B5B-27E9-5C08CD2A7639}"/>
              </a:ext>
            </a:extLst>
          </p:cNvPr>
          <p:cNvSpPr/>
          <p:nvPr/>
        </p:nvSpPr>
        <p:spPr>
          <a:xfrm>
            <a:off x="3444246" y="4203303"/>
            <a:ext cx="3949089" cy="2167954"/>
          </a:xfrm>
          <a:prstGeom prst="roundRect">
            <a:avLst>
              <a:gd name="adj" fmla="val 7776"/>
            </a:avLst>
          </a:prstGeom>
          <a:solidFill>
            <a:schemeClr val="bg2">
              <a:lumMod val="95000"/>
              <a:alpha val="6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endParaRPr lang="en-US"/>
          </a:p>
        </p:txBody>
      </p:sp>
      <p:sp>
        <p:nvSpPr>
          <p:cNvPr id="109" name="Rounded Rectangle 108">
            <a:extLst>
              <a:ext uri="{FF2B5EF4-FFF2-40B4-BE49-F238E27FC236}">
                <a16:creationId xmlns:a16="http://schemas.microsoft.com/office/drawing/2014/main" id="{0C05DF77-F97C-2CCA-B244-1E3826EC2128}"/>
              </a:ext>
            </a:extLst>
          </p:cNvPr>
          <p:cNvSpPr/>
          <p:nvPr/>
        </p:nvSpPr>
        <p:spPr>
          <a:xfrm>
            <a:off x="3444246" y="6700968"/>
            <a:ext cx="3949089" cy="2167954"/>
          </a:xfrm>
          <a:prstGeom prst="roundRect">
            <a:avLst>
              <a:gd name="adj" fmla="val 7776"/>
            </a:avLst>
          </a:prstGeom>
          <a:solidFill>
            <a:schemeClr val="bg2">
              <a:lumMod val="95000"/>
              <a:alpha val="6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endParaRPr lang="en-US"/>
          </a:p>
        </p:txBody>
      </p:sp>
      <p:sp>
        <p:nvSpPr>
          <p:cNvPr id="111" name="Text Placeholder 5">
            <a:extLst>
              <a:ext uri="{FF2B5EF4-FFF2-40B4-BE49-F238E27FC236}">
                <a16:creationId xmlns:a16="http://schemas.microsoft.com/office/drawing/2014/main" id="{37506775-553A-B736-C172-1D5B7A1D6010}"/>
              </a:ext>
            </a:extLst>
          </p:cNvPr>
          <p:cNvSpPr txBox="1">
            <a:spLocks/>
          </p:cNvSpPr>
          <p:nvPr/>
        </p:nvSpPr>
        <p:spPr>
          <a:xfrm>
            <a:off x="3643003" y="2259986"/>
            <a:ext cx="3627992" cy="1432444"/>
          </a:xfrm>
          <a:prstGeom prst="rect">
            <a:avLst/>
          </a:prstGeom>
        </p:spPr>
        <p:txBody>
          <a:bodyPr vert="horz" lIns="45720" tIns="45720" rIns="45720" bIns="45720" rtlCol="0">
            <a:noAutofit/>
          </a:bodyPr>
          <a:lstStyle>
            <a:lvl1pPr marL="144382" indent="-144382" algn="l" defTabSz="581576" rtl="0" eaLnBrk="1" fontAlgn="base" hangingPunct="1">
              <a:lnSpc>
                <a:spcPct val="95000"/>
              </a:lnSpc>
              <a:spcBef>
                <a:spcPts val="914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Arial" charset="0"/>
              <a:buChar char="•"/>
              <a:defRPr lang="en-US" sz="1530" kern="1200" dirty="0">
                <a:solidFill>
                  <a:schemeClr val="bg2"/>
                </a:solidFill>
                <a:latin typeface="+mn-lt"/>
                <a:ea typeface="ＭＳ Ｐゴシック" charset="0"/>
                <a:cs typeface="CiscoSans"/>
              </a:defRPr>
            </a:lvl1pPr>
            <a:lvl2pPr marL="291465" indent="-144721" algn="l" defTabSz="581576" rtl="0" eaLnBrk="1" fontAlgn="base" hangingPunct="1">
              <a:lnSpc>
                <a:spcPct val="95000"/>
              </a:lnSpc>
              <a:spcBef>
                <a:spcPts val="510"/>
              </a:spcBef>
              <a:spcAft>
                <a:spcPct val="0"/>
              </a:spcAft>
              <a:buClr>
                <a:schemeClr val="accent1"/>
              </a:buClr>
              <a:buFont typeface="Arial" charset="0"/>
              <a:buChar char="•"/>
              <a:defRPr lang="en-US" sz="1275" kern="1200" dirty="0">
                <a:solidFill>
                  <a:schemeClr val="bg2"/>
                </a:solidFill>
                <a:latin typeface="+mn-lt"/>
                <a:ea typeface="ＭＳ Ｐゴシック" charset="0"/>
                <a:cs typeface="CiscoSans"/>
              </a:defRPr>
            </a:lvl2pPr>
            <a:lvl3pPr marL="363320" indent="-146745" algn="l" defTabSz="581576" rtl="0" eaLnBrk="1" fontAlgn="base" hangingPunct="1">
              <a:lnSpc>
                <a:spcPct val="95000"/>
              </a:lnSpc>
              <a:spcBef>
                <a:spcPts val="531"/>
              </a:spcBef>
              <a:spcAft>
                <a:spcPct val="0"/>
              </a:spcAft>
              <a:buClr>
                <a:schemeClr val="accent1"/>
              </a:buClr>
              <a:buFont typeface="Arial" charset="0"/>
              <a:buChar char="•"/>
              <a:defRPr lang="en-US" sz="1148" kern="1200" dirty="0">
                <a:solidFill>
                  <a:schemeClr val="bg2"/>
                </a:solidFill>
                <a:latin typeface="+mn-lt"/>
                <a:ea typeface="ＭＳ Ｐゴシック" charset="0"/>
                <a:cs typeface="CiscoSans"/>
              </a:defRPr>
            </a:lvl3pPr>
            <a:lvl4pPr marL="438210" indent="-146745" algn="l" defTabSz="581576" rtl="0" eaLnBrk="1" fontAlgn="base" hangingPunct="1">
              <a:lnSpc>
                <a:spcPct val="95000"/>
              </a:lnSpc>
              <a:spcBef>
                <a:spcPts val="531"/>
              </a:spcBef>
              <a:spcAft>
                <a:spcPct val="0"/>
              </a:spcAft>
              <a:buClr>
                <a:schemeClr val="accent1"/>
              </a:buClr>
              <a:buFont typeface="Arial" charset="0"/>
              <a:buChar char="•"/>
              <a:defRPr lang="en-US" sz="1020" kern="1200" dirty="0">
                <a:solidFill>
                  <a:schemeClr val="bg2"/>
                </a:solidFill>
                <a:latin typeface="+mn-lt"/>
                <a:ea typeface="ＭＳ Ｐゴシック" charset="0"/>
                <a:cs typeface="CiscoSans"/>
              </a:defRPr>
            </a:lvl4pPr>
            <a:lvl5pPr marL="511076" indent="-147757" algn="l" defTabSz="581576" rtl="0" eaLnBrk="1" fontAlgn="base" hangingPunct="1">
              <a:lnSpc>
                <a:spcPct val="95000"/>
              </a:lnSpc>
              <a:spcBef>
                <a:spcPts val="531"/>
              </a:spcBef>
              <a:spcAft>
                <a:spcPct val="0"/>
              </a:spcAft>
              <a:buClr>
                <a:schemeClr val="accent1"/>
              </a:buClr>
              <a:buFont typeface="Arial" charset="0"/>
              <a:buChar char="•"/>
              <a:defRPr lang="en-US" sz="893" kern="1200" dirty="0">
                <a:solidFill>
                  <a:schemeClr val="bg2"/>
                </a:solidFill>
                <a:latin typeface="+mn-lt"/>
                <a:ea typeface="ＭＳ Ｐゴシック" charset="0"/>
                <a:cs typeface="CiscoSans"/>
              </a:defRPr>
            </a:lvl5pPr>
            <a:lvl6pPr marL="734271" indent="-145727" algn="l" defTabSz="582906" rtl="0" eaLnBrk="1" latinLnBrk="0" hangingPunct="1">
              <a:spcBef>
                <a:spcPts val="510"/>
              </a:spcBef>
              <a:buFont typeface="Arial" pitchFamily="34" charset="0"/>
              <a:buChar char="•"/>
              <a:defRPr sz="765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795460" indent="-145708" algn="l" defTabSz="582906" rtl="0" eaLnBrk="1" latinLnBrk="0" hangingPunct="1">
              <a:spcBef>
                <a:spcPts val="510"/>
              </a:spcBef>
              <a:buFont typeface="Arial" pitchFamily="34" charset="0"/>
              <a:buChar char="•"/>
              <a:defRPr sz="68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40170" indent="0" algn="l" defTabSz="582906" rtl="0" eaLnBrk="1" latinLnBrk="0" hangingPunct="1">
              <a:spcBef>
                <a:spcPct val="20000"/>
              </a:spcBef>
              <a:buFont typeface="Arial" pitchFamily="34" charset="0"/>
              <a:buNone/>
              <a:defRPr sz="12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77349" indent="-145727" algn="l" defTabSz="582906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2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3736" indent="-171450">
              <a:spcBef>
                <a:spcPts val="200"/>
              </a:spcBef>
              <a:spcAft>
                <a:spcPts val="200"/>
              </a:spcAft>
              <a:buClr>
                <a:srgbClr val="FFAABD"/>
              </a:buClr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01182E"/>
                </a:solidFill>
              </a:rPr>
              <a:t>Important info</a:t>
            </a:r>
          </a:p>
          <a:p>
            <a:pPr marL="173736" indent="-171450">
              <a:spcBef>
                <a:spcPts val="200"/>
              </a:spcBef>
              <a:spcAft>
                <a:spcPts val="200"/>
              </a:spcAft>
              <a:buClr>
                <a:srgbClr val="FFAABD"/>
              </a:buClr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01182E"/>
                </a:solidFill>
              </a:rPr>
              <a:t>More</a:t>
            </a:r>
          </a:p>
          <a:p>
            <a:pPr marL="173736" indent="-171450">
              <a:spcBef>
                <a:spcPts val="200"/>
              </a:spcBef>
              <a:spcAft>
                <a:spcPts val="200"/>
              </a:spcAft>
              <a:buClr>
                <a:srgbClr val="FFAABD"/>
              </a:buClr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01182E"/>
                </a:solidFill>
              </a:rPr>
              <a:t>More</a:t>
            </a:r>
          </a:p>
        </p:txBody>
      </p:sp>
      <p:sp>
        <p:nvSpPr>
          <p:cNvPr id="112" name="Text Placeholder 1">
            <a:extLst>
              <a:ext uri="{FF2B5EF4-FFF2-40B4-BE49-F238E27FC236}">
                <a16:creationId xmlns:a16="http://schemas.microsoft.com/office/drawing/2014/main" id="{ACE62949-916E-6DFE-5906-F0B2389D9E49}"/>
              </a:ext>
            </a:extLst>
          </p:cNvPr>
          <p:cNvSpPr txBox="1">
            <a:spLocks/>
          </p:cNvSpPr>
          <p:nvPr/>
        </p:nvSpPr>
        <p:spPr>
          <a:xfrm>
            <a:off x="3703255" y="1829138"/>
            <a:ext cx="3089529" cy="442951"/>
          </a:xfrm>
          <a:prstGeom prst="rect">
            <a:avLst/>
          </a:prstGeom>
        </p:spPr>
        <p:txBody>
          <a:bodyPr/>
          <a:lstStyle>
            <a:lvl1pPr marL="144382" indent="-144382" algn="l" defTabSz="581576" rtl="0" eaLnBrk="1" fontAlgn="base" hangingPunct="1">
              <a:lnSpc>
                <a:spcPct val="95000"/>
              </a:lnSpc>
              <a:spcBef>
                <a:spcPts val="914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Arial" charset="0"/>
              <a:buChar char="•"/>
              <a:defRPr lang="en-US" sz="1530" kern="1200" dirty="0">
                <a:solidFill>
                  <a:schemeClr val="bg2"/>
                </a:solidFill>
                <a:latin typeface="+mn-lt"/>
                <a:ea typeface="ＭＳ Ｐゴシック" charset="0"/>
                <a:cs typeface="CiscoSans"/>
              </a:defRPr>
            </a:lvl1pPr>
            <a:lvl2pPr marL="291465" indent="-144721" algn="l" defTabSz="581576" rtl="0" eaLnBrk="1" fontAlgn="base" hangingPunct="1">
              <a:lnSpc>
                <a:spcPct val="95000"/>
              </a:lnSpc>
              <a:spcBef>
                <a:spcPts val="510"/>
              </a:spcBef>
              <a:spcAft>
                <a:spcPct val="0"/>
              </a:spcAft>
              <a:buClr>
                <a:schemeClr val="accent1"/>
              </a:buClr>
              <a:buFont typeface="Arial" charset="0"/>
              <a:buChar char="•"/>
              <a:defRPr lang="en-US" sz="1275" kern="1200" dirty="0">
                <a:solidFill>
                  <a:schemeClr val="bg2"/>
                </a:solidFill>
                <a:latin typeface="+mn-lt"/>
                <a:ea typeface="ＭＳ Ｐゴシック" charset="0"/>
                <a:cs typeface="CiscoSans"/>
              </a:defRPr>
            </a:lvl2pPr>
            <a:lvl3pPr marL="363320" indent="-146745" algn="l" defTabSz="581576" rtl="0" eaLnBrk="1" fontAlgn="base" hangingPunct="1">
              <a:lnSpc>
                <a:spcPct val="95000"/>
              </a:lnSpc>
              <a:spcBef>
                <a:spcPts val="531"/>
              </a:spcBef>
              <a:spcAft>
                <a:spcPct val="0"/>
              </a:spcAft>
              <a:buClr>
                <a:schemeClr val="accent1"/>
              </a:buClr>
              <a:buFont typeface="Arial" charset="0"/>
              <a:buChar char="•"/>
              <a:defRPr lang="en-US" sz="1148" kern="1200" dirty="0">
                <a:solidFill>
                  <a:schemeClr val="bg2"/>
                </a:solidFill>
                <a:latin typeface="+mn-lt"/>
                <a:ea typeface="ＭＳ Ｐゴシック" charset="0"/>
                <a:cs typeface="CiscoSans"/>
              </a:defRPr>
            </a:lvl3pPr>
            <a:lvl4pPr marL="438210" indent="-146745" algn="l" defTabSz="581576" rtl="0" eaLnBrk="1" fontAlgn="base" hangingPunct="1">
              <a:lnSpc>
                <a:spcPct val="95000"/>
              </a:lnSpc>
              <a:spcBef>
                <a:spcPts val="531"/>
              </a:spcBef>
              <a:spcAft>
                <a:spcPct val="0"/>
              </a:spcAft>
              <a:buClr>
                <a:schemeClr val="accent1"/>
              </a:buClr>
              <a:buFont typeface="Arial" charset="0"/>
              <a:buChar char="•"/>
              <a:defRPr lang="en-US" sz="1020" kern="1200" dirty="0">
                <a:solidFill>
                  <a:schemeClr val="bg2"/>
                </a:solidFill>
                <a:latin typeface="+mn-lt"/>
                <a:ea typeface="ＭＳ Ｐゴシック" charset="0"/>
                <a:cs typeface="CiscoSans"/>
              </a:defRPr>
            </a:lvl4pPr>
            <a:lvl5pPr marL="511076" indent="-147757" algn="l" defTabSz="581576" rtl="0" eaLnBrk="1" fontAlgn="base" hangingPunct="1">
              <a:lnSpc>
                <a:spcPct val="95000"/>
              </a:lnSpc>
              <a:spcBef>
                <a:spcPts val="531"/>
              </a:spcBef>
              <a:spcAft>
                <a:spcPct val="0"/>
              </a:spcAft>
              <a:buClr>
                <a:schemeClr val="accent1"/>
              </a:buClr>
              <a:buFont typeface="Arial" charset="0"/>
              <a:buChar char="•"/>
              <a:defRPr lang="en-US" sz="893" kern="1200" dirty="0">
                <a:solidFill>
                  <a:schemeClr val="bg2"/>
                </a:solidFill>
                <a:latin typeface="+mn-lt"/>
                <a:ea typeface="ＭＳ Ｐゴシック" charset="0"/>
                <a:cs typeface="CiscoSans"/>
              </a:defRPr>
            </a:lvl5pPr>
            <a:lvl6pPr marL="734271" indent="-145727" algn="l" defTabSz="582906" rtl="0" eaLnBrk="1" latinLnBrk="0" hangingPunct="1">
              <a:spcBef>
                <a:spcPts val="510"/>
              </a:spcBef>
              <a:buFont typeface="Arial" pitchFamily="34" charset="0"/>
              <a:buChar char="•"/>
              <a:defRPr sz="765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795460" indent="-145708" algn="l" defTabSz="582906" rtl="0" eaLnBrk="1" latinLnBrk="0" hangingPunct="1">
              <a:spcBef>
                <a:spcPts val="510"/>
              </a:spcBef>
              <a:buFont typeface="Arial" pitchFamily="34" charset="0"/>
              <a:buChar char="•"/>
              <a:defRPr sz="68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40170" indent="0" algn="l" defTabSz="582906" rtl="0" eaLnBrk="1" latinLnBrk="0" hangingPunct="1">
              <a:spcBef>
                <a:spcPct val="20000"/>
              </a:spcBef>
              <a:buFont typeface="Arial" pitchFamily="34" charset="0"/>
              <a:buNone/>
              <a:defRPr sz="12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77349" indent="-145727" algn="l" defTabSz="582906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2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>
                <a:solidFill>
                  <a:srgbClr val="01182E"/>
                </a:solidFill>
              </a:rPr>
              <a:t>Topic</a:t>
            </a:r>
          </a:p>
        </p:txBody>
      </p:sp>
      <p:cxnSp>
        <p:nvCxnSpPr>
          <p:cNvPr id="113" name="Straight Connector 112">
            <a:extLst>
              <a:ext uri="{FF2B5EF4-FFF2-40B4-BE49-F238E27FC236}">
                <a16:creationId xmlns:a16="http://schemas.microsoft.com/office/drawing/2014/main" id="{80153315-8CFE-642F-45CC-88E97E0B910C}"/>
              </a:ext>
            </a:extLst>
          </p:cNvPr>
          <p:cNvCxnSpPr>
            <a:cxnSpLocks/>
          </p:cNvCxnSpPr>
          <p:nvPr/>
        </p:nvCxnSpPr>
        <p:spPr>
          <a:xfrm>
            <a:off x="3643003" y="2194669"/>
            <a:ext cx="3522907" cy="0"/>
          </a:xfrm>
          <a:prstGeom prst="line">
            <a:avLst/>
          </a:prstGeom>
          <a:ln>
            <a:solidFill>
              <a:schemeClr val="tx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5" name="Text Placeholder 5">
            <a:extLst>
              <a:ext uri="{FF2B5EF4-FFF2-40B4-BE49-F238E27FC236}">
                <a16:creationId xmlns:a16="http://schemas.microsoft.com/office/drawing/2014/main" id="{0C0E6744-2395-5B7A-7419-4AB96ABE7301}"/>
              </a:ext>
            </a:extLst>
          </p:cNvPr>
          <p:cNvSpPr txBox="1">
            <a:spLocks/>
          </p:cNvSpPr>
          <p:nvPr/>
        </p:nvSpPr>
        <p:spPr>
          <a:xfrm>
            <a:off x="3643003" y="4774791"/>
            <a:ext cx="3627992" cy="1432444"/>
          </a:xfrm>
          <a:prstGeom prst="rect">
            <a:avLst/>
          </a:prstGeom>
        </p:spPr>
        <p:txBody>
          <a:bodyPr vert="horz" lIns="45720" tIns="45720" rIns="45720" bIns="45720" rtlCol="0">
            <a:noAutofit/>
          </a:bodyPr>
          <a:lstStyle>
            <a:lvl1pPr marL="144382" indent="-144382" algn="l" defTabSz="581576" rtl="0" eaLnBrk="1" fontAlgn="base" hangingPunct="1">
              <a:lnSpc>
                <a:spcPct val="95000"/>
              </a:lnSpc>
              <a:spcBef>
                <a:spcPts val="914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Arial" charset="0"/>
              <a:buChar char="•"/>
              <a:defRPr lang="en-US" sz="1530" kern="1200" dirty="0">
                <a:solidFill>
                  <a:schemeClr val="bg2"/>
                </a:solidFill>
                <a:latin typeface="+mn-lt"/>
                <a:ea typeface="ＭＳ Ｐゴシック" charset="0"/>
                <a:cs typeface="CiscoSans"/>
              </a:defRPr>
            </a:lvl1pPr>
            <a:lvl2pPr marL="291465" indent="-144721" algn="l" defTabSz="581576" rtl="0" eaLnBrk="1" fontAlgn="base" hangingPunct="1">
              <a:lnSpc>
                <a:spcPct val="95000"/>
              </a:lnSpc>
              <a:spcBef>
                <a:spcPts val="510"/>
              </a:spcBef>
              <a:spcAft>
                <a:spcPct val="0"/>
              </a:spcAft>
              <a:buClr>
                <a:schemeClr val="accent1"/>
              </a:buClr>
              <a:buFont typeface="Arial" charset="0"/>
              <a:buChar char="•"/>
              <a:defRPr lang="en-US" sz="1275" kern="1200" dirty="0">
                <a:solidFill>
                  <a:schemeClr val="bg2"/>
                </a:solidFill>
                <a:latin typeface="+mn-lt"/>
                <a:ea typeface="ＭＳ Ｐゴシック" charset="0"/>
                <a:cs typeface="CiscoSans"/>
              </a:defRPr>
            </a:lvl2pPr>
            <a:lvl3pPr marL="363320" indent="-146745" algn="l" defTabSz="581576" rtl="0" eaLnBrk="1" fontAlgn="base" hangingPunct="1">
              <a:lnSpc>
                <a:spcPct val="95000"/>
              </a:lnSpc>
              <a:spcBef>
                <a:spcPts val="531"/>
              </a:spcBef>
              <a:spcAft>
                <a:spcPct val="0"/>
              </a:spcAft>
              <a:buClr>
                <a:schemeClr val="accent1"/>
              </a:buClr>
              <a:buFont typeface="Arial" charset="0"/>
              <a:buChar char="•"/>
              <a:defRPr lang="en-US" sz="1148" kern="1200" dirty="0">
                <a:solidFill>
                  <a:schemeClr val="bg2"/>
                </a:solidFill>
                <a:latin typeface="+mn-lt"/>
                <a:ea typeface="ＭＳ Ｐゴシック" charset="0"/>
                <a:cs typeface="CiscoSans"/>
              </a:defRPr>
            </a:lvl3pPr>
            <a:lvl4pPr marL="438210" indent="-146745" algn="l" defTabSz="581576" rtl="0" eaLnBrk="1" fontAlgn="base" hangingPunct="1">
              <a:lnSpc>
                <a:spcPct val="95000"/>
              </a:lnSpc>
              <a:spcBef>
                <a:spcPts val="531"/>
              </a:spcBef>
              <a:spcAft>
                <a:spcPct val="0"/>
              </a:spcAft>
              <a:buClr>
                <a:schemeClr val="accent1"/>
              </a:buClr>
              <a:buFont typeface="Arial" charset="0"/>
              <a:buChar char="•"/>
              <a:defRPr lang="en-US" sz="1020" kern="1200" dirty="0">
                <a:solidFill>
                  <a:schemeClr val="bg2"/>
                </a:solidFill>
                <a:latin typeface="+mn-lt"/>
                <a:ea typeface="ＭＳ Ｐゴシック" charset="0"/>
                <a:cs typeface="CiscoSans"/>
              </a:defRPr>
            </a:lvl4pPr>
            <a:lvl5pPr marL="511076" indent="-147757" algn="l" defTabSz="581576" rtl="0" eaLnBrk="1" fontAlgn="base" hangingPunct="1">
              <a:lnSpc>
                <a:spcPct val="95000"/>
              </a:lnSpc>
              <a:spcBef>
                <a:spcPts val="531"/>
              </a:spcBef>
              <a:spcAft>
                <a:spcPct val="0"/>
              </a:spcAft>
              <a:buClr>
                <a:schemeClr val="accent1"/>
              </a:buClr>
              <a:buFont typeface="Arial" charset="0"/>
              <a:buChar char="•"/>
              <a:defRPr lang="en-US" sz="893" kern="1200" dirty="0">
                <a:solidFill>
                  <a:schemeClr val="bg2"/>
                </a:solidFill>
                <a:latin typeface="+mn-lt"/>
                <a:ea typeface="ＭＳ Ｐゴシック" charset="0"/>
                <a:cs typeface="CiscoSans"/>
              </a:defRPr>
            </a:lvl5pPr>
            <a:lvl6pPr marL="734271" indent="-145727" algn="l" defTabSz="582906" rtl="0" eaLnBrk="1" latinLnBrk="0" hangingPunct="1">
              <a:spcBef>
                <a:spcPts val="510"/>
              </a:spcBef>
              <a:buFont typeface="Arial" pitchFamily="34" charset="0"/>
              <a:buChar char="•"/>
              <a:defRPr sz="765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795460" indent="-145708" algn="l" defTabSz="582906" rtl="0" eaLnBrk="1" latinLnBrk="0" hangingPunct="1">
              <a:spcBef>
                <a:spcPts val="510"/>
              </a:spcBef>
              <a:buFont typeface="Arial" pitchFamily="34" charset="0"/>
              <a:buChar char="•"/>
              <a:defRPr sz="68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40170" indent="0" algn="l" defTabSz="582906" rtl="0" eaLnBrk="1" latinLnBrk="0" hangingPunct="1">
              <a:spcBef>
                <a:spcPct val="20000"/>
              </a:spcBef>
              <a:buFont typeface="Arial" pitchFamily="34" charset="0"/>
              <a:buNone/>
              <a:defRPr sz="12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77349" indent="-145727" algn="l" defTabSz="582906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2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3736" indent="-171450">
              <a:spcBef>
                <a:spcPts val="200"/>
              </a:spcBef>
              <a:spcAft>
                <a:spcPts val="200"/>
              </a:spcAft>
              <a:buClr>
                <a:srgbClr val="FFAABD"/>
              </a:buClr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01182E"/>
                </a:solidFill>
              </a:rPr>
              <a:t>Important info</a:t>
            </a:r>
          </a:p>
          <a:p>
            <a:pPr marL="173736" indent="-171450">
              <a:spcBef>
                <a:spcPts val="200"/>
              </a:spcBef>
              <a:spcAft>
                <a:spcPts val="200"/>
              </a:spcAft>
              <a:buClr>
                <a:srgbClr val="FFAABD"/>
              </a:buClr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01182E"/>
                </a:solidFill>
              </a:rPr>
              <a:t>More</a:t>
            </a:r>
          </a:p>
          <a:p>
            <a:pPr marL="173736" indent="-171450">
              <a:spcBef>
                <a:spcPts val="200"/>
              </a:spcBef>
              <a:spcAft>
                <a:spcPts val="200"/>
              </a:spcAft>
              <a:buClr>
                <a:srgbClr val="FFAABD"/>
              </a:buClr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01182E"/>
                </a:solidFill>
              </a:rPr>
              <a:t>More</a:t>
            </a:r>
          </a:p>
        </p:txBody>
      </p:sp>
      <p:sp>
        <p:nvSpPr>
          <p:cNvPr id="116" name="Text Placeholder 1">
            <a:extLst>
              <a:ext uri="{FF2B5EF4-FFF2-40B4-BE49-F238E27FC236}">
                <a16:creationId xmlns:a16="http://schemas.microsoft.com/office/drawing/2014/main" id="{1495D6D2-28A9-3BA0-D4C9-2A06C966B332}"/>
              </a:ext>
            </a:extLst>
          </p:cNvPr>
          <p:cNvSpPr txBox="1">
            <a:spLocks/>
          </p:cNvSpPr>
          <p:nvPr/>
        </p:nvSpPr>
        <p:spPr>
          <a:xfrm>
            <a:off x="3703255" y="4343943"/>
            <a:ext cx="3089529" cy="442951"/>
          </a:xfrm>
          <a:prstGeom prst="rect">
            <a:avLst/>
          </a:prstGeom>
        </p:spPr>
        <p:txBody>
          <a:bodyPr/>
          <a:lstStyle>
            <a:lvl1pPr marL="144382" indent="-144382" algn="l" defTabSz="581576" rtl="0" eaLnBrk="1" fontAlgn="base" hangingPunct="1">
              <a:lnSpc>
                <a:spcPct val="95000"/>
              </a:lnSpc>
              <a:spcBef>
                <a:spcPts val="914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Arial" charset="0"/>
              <a:buChar char="•"/>
              <a:defRPr lang="en-US" sz="1530" kern="1200" dirty="0">
                <a:solidFill>
                  <a:schemeClr val="bg2"/>
                </a:solidFill>
                <a:latin typeface="+mn-lt"/>
                <a:ea typeface="ＭＳ Ｐゴシック" charset="0"/>
                <a:cs typeface="CiscoSans"/>
              </a:defRPr>
            </a:lvl1pPr>
            <a:lvl2pPr marL="291465" indent="-144721" algn="l" defTabSz="581576" rtl="0" eaLnBrk="1" fontAlgn="base" hangingPunct="1">
              <a:lnSpc>
                <a:spcPct val="95000"/>
              </a:lnSpc>
              <a:spcBef>
                <a:spcPts val="510"/>
              </a:spcBef>
              <a:spcAft>
                <a:spcPct val="0"/>
              </a:spcAft>
              <a:buClr>
                <a:schemeClr val="accent1"/>
              </a:buClr>
              <a:buFont typeface="Arial" charset="0"/>
              <a:buChar char="•"/>
              <a:defRPr lang="en-US" sz="1275" kern="1200" dirty="0">
                <a:solidFill>
                  <a:schemeClr val="bg2"/>
                </a:solidFill>
                <a:latin typeface="+mn-lt"/>
                <a:ea typeface="ＭＳ Ｐゴシック" charset="0"/>
                <a:cs typeface="CiscoSans"/>
              </a:defRPr>
            </a:lvl2pPr>
            <a:lvl3pPr marL="363320" indent="-146745" algn="l" defTabSz="581576" rtl="0" eaLnBrk="1" fontAlgn="base" hangingPunct="1">
              <a:lnSpc>
                <a:spcPct val="95000"/>
              </a:lnSpc>
              <a:spcBef>
                <a:spcPts val="531"/>
              </a:spcBef>
              <a:spcAft>
                <a:spcPct val="0"/>
              </a:spcAft>
              <a:buClr>
                <a:schemeClr val="accent1"/>
              </a:buClr>
              <a:buFont typeface="Arial" charset="0"/>
              <a:buChar char="•"/>
              <a:defRPr lang="en-US" sz="1148" kern="1200" dirty="0">
                <a:solidFill>
                  <a:schemeClr val="bg2"/>
                </a:solidFill>
                <a:latin typeface="+mn-lt"/>
                <a:ea typeface="ＭＳ Ｐゴシック" charset="0"/>
                <a:cs typeface="CiscoSans"/>
              </a:defRPr>
            </a:lvl3pPr>
            <a:lvl4pPr marL="438210" indent="-146745" algn="l" defTabSz="581576" rtl="0" eaLnBrk="1" fontAlgn="base" hangingPunct="1">
              <a:lnSpc>
                <a:spcPct val="95000"/>
              </a:lnSpc>
              <a:spcBef>
                <a:spcPts val="531"/>
              </a:spcBef>
              <a:spcAft>
                <a:spcPct val="0"/>
              </a:spcAft>
              <a:buClr>
                <a:schemeClr val="accent1"/>
              </a:buClr>
              <a:buFont typeface="Arial" charset="0"/>
              <a:buChar char="•"/>
              <a:defRPr lang="en-US" sz="1020" kern="1200" dirty="0">
                <a:solidFill>
                  <a:schemeClr val="bg2"/>
                </a:solidFill>
                <a:latin typeface="+mn-lt"/>
                <a:ea typeface="ＭＳ Ｐゴシック" charset="0"/>
                <a:cs typeface="CiscoSans"/>
              </a:defRPr>
            </a:lvl4pPr>
            <a:lvl5pPr marL="511076" indent="-147757" algn="l" defTabSz="581576" rtl="0" eaLnBrk="1" fontAlgn="base" hangingPunct="1">
              <a:lnSpc>
                <a:spcPct val="95000"/>
              </a:lnSpc>
              <a:spcBef>
                <a:spcPts val="531"/>
              </a:spcBef>
              <a:spcAft>
                <a:spcPct val="0"/>
              </a:spcAft>
              <a:buClr>
                <a:schemeClr val="accent1"/>
              </a:buClr>
              <a:buFont typeface="Arial" charset="0"/>
              <a:buChar char="•"/>
              <a:defRPr lang="en-US" sz="893" kern="1200" dirty="0">
                <a:solidFill>
                  <a:schemeClr val="bg2"/>
                </a:solidFill>
                <a:latin typeface="+mn-lt"/>
                <a:ea typeface="ＭＳ Ｐゴシック" charset="0"/>
                <a:cs typeface="CiscoSans"/>
              </a:defRPr>
            </a:lvl5pPr>
            <a:lvl6pPr marL="734271" indent="-145727" algn="l" defTabSz="582906" rtl="0" eaLnBrk="1" latinLnBrk="0" hangingPunct="1">
              <a:spcBef>
                <a:spcPts val="510"/>
              </a:spcBef>
              <a:buFont typeface="Arial" pitchFamily="34" charset="0"/>
              <a:buChar char="•"/>
              <a:defRPr sz="765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795460" indent="-145708" algn="l" defTabSz="582906" rtl="0" eaLnBrk="1" latinLnBrk="0" hangingPunct="1">
              <a:spcBef>
                <a:spcPts val="510"/>
              </a:spcBef>
              <a:buFont typeface="Arial" pitchFamily="34" charset="0"/>
              <a:buChar char="•"/>
              <a:defRPr sz="68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40170" indent="0" algn="l" defTabSz="582906" rtl="0" eaLnBrk="1" latinLnBrk="0" hangingPunct="1">
              <a:spcBef>
                <a:spcPct val="20000"/>
              </a:spcBef>
              <a:buFont typeface="Arial" pitchFamily="34" charset="0"/>
              <a:buNone/>
              <a:defRPr sz="12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77349" indent="-145727" algn="l" defTabSz="582906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2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>
                <a:solidFill>
                  <a:srgbClr val="01182E"/>
                </a:solidFill>
              </a:rPr>
              <a:t>Topic</a:t>
            </a:r>
          </a:p>
        </p:txBody>
      </p:sp>
      <p:cxnSp>
        <p:nvCxnSpPr>
          <p:cNvPr id="117" name="Straight Connector 116">
            <a:extLst>
              <a:ext uri="{FF2B5EF4-FFF2-40B4-BE49-F238E27FC236}">
                <a16:creationId xmlns:a16="http://schemas.microsoft.com/office/drawing/2014/main" id="{28BEF3E0-BEF7-283B-0B75-05BBF9D640EB}"/>
              </a:ext>
            </a:extLst>
          </p:cNvPr>
          <p:cNvCxnSpPr>
            <a:cxnSpLocks/>
          </p:cNvCxnSpPr>
          <p:nvPr/>
        </p:nvCxnSpPr>
        <p:spPr>
          <a:xfrm>
            <a:off x="3643003" y="4709474"/>
            <a:ext cx="3522907" cy="0"/>
          </a:xfrm>
          <a:prstGeom prst="line">
            <a:avLst/>
          </a:prstGeom>
          <a:ln>
            <a:solidFill>
              <a:schemeClr val="tx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9" name="Text Placeholder 5">
            <a:extLst>
              <a:ext uri="{FF2B5EF4-FFF2-40B4-BE49-F238E27FC236}">
                <a16:creationId xmlns:a16="http://schemas.microsoft.com/office/drawing/2014/main" id="{C417297E-783E-7706-F017-B4ABAF5FBB3C}"/>
              </a:ext>
            </a:extLst>
          </p:cNvPr>
          <p:cNvSpPr txBox="1">
            <a:spLocks/>
          </p:cNvSpPr>
          <p:nvPr/>
        </p:nvSpPr>
        <p:spPr>
          <a:xfrm>
            <a:off x="3643003" y="7308608"/>
            <a:ext cx="3627992" cy="1432444"/>
          </a:xfrm>
          <a:prstGeom prst="rect">
            <a:avLst/>
          </a:prstGeom>
        </p:spPr>
        <p:txBody>
          <a:bodyPr vert="horz" lIns="45720" tIns="45720" rIns="45720" bIns="45720" rtlCol="0">
            <a:noAutofit/>
          </a:bodyPr>
          <a:lstStyle>
            <a:lvl1pPr marL="144382" indent="-144382" algn="l" defTabSz="581576" rtl="0" eaLnBrk="1" fontAlgn="base" hangingPunct="1">
              <a:lnSpc>
                <a:spcPct val="95000"/>
              </a:lnSpc>
              <a:spcBef>
                <a:spcPts val="914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Arial" charset="0"/>
              <a:buChar char="•"/>
              <a:defRPr lang="en-US" sz="1530" kern="1200" dirty="0">
                <a:solidFill>
                  <a:schemeClr val="bg2"/>
                </a:solidFill>
                <a:latin typeface="+mn-lt"/>
                <a:ea typeface="ＭＳ Ｐゴシック" charset="0"/>
                <a:cs typeface="CiscoSans"/>
              </a:defRPr>
            </a:lvl1pPr>
            <a:lvl2pPr marL="291465" indent="-144721" algn="l" defTabSz="581576" rtl="0" eaLnBrk="1" fontAlgn="base" hangingPunct="1">
              <a:lnSpc>
                <a:spcPct val="95000"/>
              </a:lnSpc>
              <a:spcBef>
                <a:spcPts val="510"/>
              </a:spcBef>
              <a:spcAft>
                <a:spcPct val="0"/>
              </a:spcAft>
              <a:buClr>
                <a:schemeClr val="accent1"/>
              </a:buClr>
              <a:buFont typeface="Arial" charset="0"/>
              <a:buChar char="•"/>
              <a:defRPr lang="en-US" sz="1275" kern="1200" dirty="0">
                <a:solidFill>
                  <a:schemeClr val="bg2"/>
                </a:solidFill>
                <a:latin typeface="+mn-lt"/>
                <a:ea typeface="ＭＳ Ｐゴシック" charset="0"/>
                <a:cs typeface="CiscoSans"/>
              </a:defRPr>
            </a:lvl2pPr>
            <a:lvl3pPr marL="363320" indent="-146745" algn="l" defTabSz="581576" rtl="0" eaLnBrk="1" fontAlgn="base" hangingPunct="1">
              <a:lnSpc>
                <a:spcPct val="95000"/>
              </a:lnSpc>
              <a:spcBef>
                <a:spcPts val="531"/>
              </a:spcBef>
              <a:spcAft>
                <a:spcPct val="0"/>
              </a:spcAft>
              <a:buClr>
                <a:schemeClr val="accent1"/>
              </a:buClr>
              <a:buFont typeface="Arial" charset="0"/>
              <a:buChar char="•"/>
              <a:defRPr lang="en-US" sz="1148" kern="1200" dirty="0">
                <a:solidFill>
                  <a:schemeClr val="bg2"/>
                </a:solidFill>
                <a:latin typeface="+mn-lt"/>
                <a:ea typeface="ＭＳ Ｐゴシック" charset="0"/>
                <a:cs typeface="CiscoSans"/>
              </a:defRPr>
            </a:lvl3pPr>
            <a:lvl4pPr marL="438210" indent="-146745" algn="l" defTabSz="581576" rtl="0" eaLnBrk="1" fontAlgn="base" hangingPunct="1">
              <a:lnSpc>
                <a:spcPct val="95000"/>
              </a:lnSpc>
              <a:spcBef>
                <a:spcPts val="531"/>
              </a:spcBef>
              <a:spcAft>
                <a:spcPct val="0"/>
              </a:spcAft>
              <a:buClr>
                <a:schemeClr val="accent1"/>
              </a:buClr>
              <a:buFont typeface="Arial" charset="0"/>
              <a:buChar char="•"/>
              <a:defRPr lang="en-US" sz="1020" kern="1200" dirty="0">
                <a:solidFill>
                  <a:schemeClr val="bg2"/>
                </a:solidFill>
                <a:latin typeface="+mn-lt"/>
                <a:ea typeface="ＭＳ Ｐゴシック" charset="0"/>
                <a:cs typeface="CiscoSans"/>
              </a:defRPr>
            </a:lvl4pPr>
            <a:lvl5pPr marL="511076" indent="-147757" algn="l" defTabSz="581576" rtl="0" eaLnBrk="1" fontAlgn="base" hangingPunct="1">
              <a:lnSpc>
                <a:spcPct val="95000"/>
              </a:lnSpc>
              <a:spcBef>
                <a:spcPts val="531"/>
              </a:spcBef>
              <a:spcAft>
                <a:spcPct val="0"/>
              </a:spcAft>
              <a:buClr>
                <a:schemeClr val="accent1"/>
              </a:buClr>
              <a:buFont typeface="Arial" charset="0"/>
              <a:buChar char="•"/>
              <a:defRPr lang="en-US" sz="893" kern="1200" dirty="0">
                <a:solidFill>
                  <a:schemeClr val="bg2"/>
                </a:solidFill>
                <a:latin typeface="+mn-lt"/>
                <a:ea typeface="ＭＳ Ｐゴシック" charset="0"/>
                <a:cs typeface="CiscoSans"/>
              </a:defRPr>
            </a:lvl5pPr>
            <a:lvl6pPr marL="734271" indent="-145727" algn="l" defTabSz="582906" rtl="0" eaLnBrk="1" latinLnBrk="0" hangingPunct="1">
              <a:spcBef>
                <a:spcPts val="510"/>
              </a:spcBef>
              <a:buFont typeface="Arial" pitchFamily="34" charset="0"/>
              <a:buChar char="•"/>
              <a:defRPr sz="765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795460" indent="-145708" algn="l" defTabSz="582906" rtl="0" eaLnBrk="1" latinLnBrk="0" hangingPunct="1">
              <a:spcBef>
                <a:spcPts val="510"/>
              </a:spcBef>
              <a:buFont typeface="Arial" pitchFamily="34" charset="0"/>
              <a:buChar char="•"/>
              <a:defRPr sz="68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40170" indent="0" algn="l" defTabSz="582906" rtl="0" eaLnBrk="1" latinLnBrk="0" hangingPunct="1">
              <a:spcBef>
                <a:spcPct val="20000"/>
              </a:spcBef>
              <a:buFont typeface="Arial" pitchFamily="34" charset="0"/>
              <a:buNone/>
              <a:defRPr sz="12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77349" indent="-145727" algn="l" defTabSz="582906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2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3736" indent="-171450">
              <a:spcBef>
                <a:spcPts val="200"/>
              </a:spcBef>
              <a:spcAft>
                <a:spcPts val="200"/>
              </a:spcAft>
              <a:buClr>
                <a:srgbClr val="FFAABD"/>
              </a:buClr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01182E"/>
                </a:solidFill>
              </a:rPr>
              <a:t>Important info</a:t>
            </a:r>
          </a:p>
          <a:p>
            <a:pPr marL="173736" indent="-171450">
              <a:spcBef>
                <a:spcPts val="200"/>
              </a:spcBef>
              <a:spcAft>
                <a:spcPts val="200"/>
              </a:spcAft>
              <a:buClr>
                <a:srgbClr val="FFAABD"/>
              </a:buClr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01182E"/>
                </a:solidFill>
              </a:rPr>
              <a:t>More</a:t>
            </a:r>
          </a:p>
          <a:p>
            <a:pPr marL="173736" indent="-171450">
              <a:spcBef>
                <a:spcPts val="200"/>
              </a:spcBef>
              <a:spcAft>
                <a:spcPts val="200"/>
              </a:spcAft>
              <a:buClr>
                <a:srgbClr val="FFAABD"/>
              </a:buClr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01182E"/>
                </a:solidFill>
              </a:rPr>
              <a:t>More</a:t>
            </a:r>
          </a:p>
        </p:txBody>
      </p:sp>
      <p:sp>
        <p:nvSpPr>
          <p:cNvPr id="120" name="Text Placeholder 1">
            <a:extLst>
              <a:ext uri="{FF2B5EF4-FFF2-40B4-BE49-F238E27FC236}">
                <a16:creationId xmlns:a16="http://schemas.microsoft.com/office/drawing/2014/main" id="{5D57633C-38E8-6237-3FD8-DDB45A18C9C2}"/>
              </a:ext>
            </a:extLst>
          </p:cNvPr>
          <p:cNvSpPr txBox="1">
            <a:spLocks/>
          </p:cNvSpPr>
          <p:nvPr/>
        </p:nvSpPr>
        <p:spPr>
          <a:xfrm>
            <a:off x="3703255" y="6877760"/>
            <a:ext cx="3089529" cy="442951"/>
          </a:xfrm>
          <a:prstGeom prst="rect">
            <a:avLst/>
          </a:prstGeom>
        </p:spPr>
        <p:txBody>
          <a:bodyPr/>
          <a:lstStyle>
            <a:lvl1pPr marL="144382" indent="-144382" algn="l" defTabSz="581576" rtl="0" eaLnBrk="1" fontAlgn="base" hangingPunct="1">
              <a:lnSpc>
                <a:spcPct val="95000"/>
              </a:lnSpc>
              <a:spcBef>
                <a:spcPts val="914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Arial" charset="0"/>
              <a:buChar char="•"/>
              <a:defRPr lang="en-US" sz="1530" kern="1200" dirty="0">
                <a:solidFill>
                  <a:schemeClr val="bg2"/>
                </a:solidFill>
                <a:latin typeface="+mn-lt"/>
                <a:ea typeface="ＭＳ Ｐゴシック" charset="0"/>
                <a:cs typeface="CiscoSans"/>
              </a:defRPr>
            </a:lvl1pPr>
            <a:lvl2pPr marL="291465" indent="-144721" algn="l" defTabSz="581576" rtl="0" eaLnBrk="1" fontAlgn="base" hangingPunct="1">
              <a:lnSpc>
                <a:spcPct val="95000"/>
              </a:lnSpc>
              <a:spcBef>
                <a:spcPts val="510"/>
              </a:spcBef>
              <a:spcAft>
                <a:spcPct val="0"/>
              </a:spcAft>
              <a:buClr>
                <a:schemeClr val="accent1"/>
              </a:buClr>
              <a:buFont typeface="Arial" charset="0"/>
              <a:buChar char="•"/>
              <a:defRPr lang="en-US" sz="1275" kern="1200" dirty="0">
                <a:solidFill>
                  <a:schemeClr val="bg2"/>
                </a:solidFill>
                <a:latin typeface="+mn-lt"/>
                <a:ea typeface="ＭＳ Ｐゴシック" charset="0"/>
                <a:cs typeface="CiscoSans"/>
              </a:defRPr>
            </a:lvl2pPr>
            <a:lvl3pPr marL="363320" indent="-146745" algn="l" defTabSz="581576" rtl="0" eaLnBrk="1" fontAlgn="base" hangingPunct="1">
              <a:lnSpc>
                <a:spcPct val="95000"/>
              </a:lnSpc>
              <a:spcBef>
                <a:spcPts val="531"/>
              </a:spcBef>
              <a:spcAft>
                <a:spcPct val="0"/>
              </a:spcAft>
              <a:buClr>
                <a:schemeClr val="accent1"/>
              </a:buClr>
              <a:buFont typeface="Arial" charset="0"/>
              <a:buChar char="•"/>
              <a:defRPr lang="en-US" sz="1148" kern="1200" dirty="0">
                <a:solidFill>
                  <a:schemeClr val="bg2"/>
                </a:solidFill>
                <a:latin typeface="+mn-lt"/>
                <a:ea typeface="ＭＳ Ｐゴシック" charset="0"/>
                <a:cs typeface="CiscoSans"/>
              </a:defRPr>
            </a:lvl3pPr>
            <a:lvl4pPr marL="438210" indent="-146745" algn="l" defTabSz="581576" rtl="0" eaLnBrk="1" fontAlgn="base" hangingPunct="1">
              <a:lnSpc>
                <a:spcPct val="95000"/>
              </a:lnSpc>
              <a:spcBef>
                <a:spcPts val="531"/>
              </a:spcBef>
              <a:spcAft>
                <a:spcPct val="0"/>
              </a:spcAft>
              <a:buClr>
                <a:schemeClr val="accent1"/>
              </a:buClr>
              <a:buFont typeface="Arial" charset="0"/>
              <a:buChar char="•"/>
              <a:defRPr lang="en-US" sz="1020" kern="1200" dirty="0">
                <a:solidFill>
                  <a:schemeClr val="bg2"/>
                </a:solidFill>
                <a:latin typeface="+mn-lt"/>
                <a:ea typeface="ＭＳ Ｐゴシック" charset="0"/>
                <a:cs typeface="CiscoSans"/>
              </a:defRPr>
            </a:lvl4pPr>
            <a:lvl5pPr marL="511076" indent="-147757" algn="l" defTabSz="581576" rtl="0" eaLnBrk="1" fontAlgn="base" hangingPunct="1">
              <a:lnSpc>
                <a:spcPct val="95000"/>
              </a:lnSpc>
              <a:spcBef>
                <a:spcPts val="531"/>
              </a:spcBef>
              <a:spcAft>
                <a:spcPct val="0"/>
              </a:spcAft>
              <a:buClr>
                <a:schemeClr val="accent1"/>
              </a:buClr>
              <a:buFont typeface="Arial" charset="0"/>
              <a:buChar char="•"/>
              <a:defRPr lang="en-US" sz="893" kern="1200" dirty="0">
                <a:solidFill>
                  <a:schemeClr val="bg2"/>
                </a:solidFill>
                <a:latin typeface="+mn-lt"/>
                <a:ea typeface="ＭＳ Ｐゴシック" charset="0"/>
                <a:cs typeface="CiscoSans"/>
              </a:defRPr>
            </a:lvl5pPr>
            <a:lvl6pPr marL="734271" indent="-145727" algn="l" defTabSz="582906" rtl="0" eaLnBrk="1" latinLnBrk="0" hangingPunct="1">
              <a:spcBef>
                <a:spcPts val="510"/>
              </a:spcBef>
              <a:buFont typeface="Arial" pitchFamily="34" charset="0"/>
              <a:buChar char="•"/>
              <a:defRPr sz="765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795460" indent="-145708" algn="l" defTabSz="582906" rtl="0" eaLnBrk="1" latinLnBrk="0" hangingPunct="1">
              <a:spcBef>
                <a:spcPts val="510"/>
              </a:spcBef>
              <a:buFont typeface="Arial" pitchFamily="34" charset="0"/>
              <a:buChar char="•"/>
              <a:defRPr sz="68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40170" indent="0" algn="l" defTabSz="582906" rtl="0" eaLnBrk="1" latinLnBrk="0" hangingPunct="1">
              <a:spcBef>
                <a:spcPct val="20000"/>
              </a:spcBef>
              <a:buFont typeface="Arial" pitchFamily="34" charset="0"/>
              <a:buNone/>
              <a:defRPr sz="12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77349" indent="-145727" algn="l" defTabSz="582906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2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>
                <a:solidFill>
                  <a:srgbClr val="01182E"/>
                </a:solidFill>
              </a:rPr>
              <a:t>Topic</a:t>
            </a:r>
          </a:p>
        </p:txBody>
      </p:sp>
      <p:cxnSp>
        <p:nvCxnSpPr>
          <p:cNvPr id="121" name="Straight Connector 120">
            <a:extLst>
              <a:ext uri="{FF2B5EF4-FFF2-40B4-BE49-F238E27FC236}">
                <a16:creationId xmlns:a16="http://schemas.microsoft.com/office/drawing/2014/main" id="{66559A98-D7ED-C6D6-AC26-3128B63C4A13}"/>
              </a:ext>
            </a:extLst>
          </p:cNvPr>
          <p:cNvCxnSpPr>
            <a:cxnSpLocks/>
          </p:cNvCxnSpPr>
          <p:nvPr/>
        </p:nvCxnSpPr>
        <p:spPr>
          <a:xfrm>
            <a:off x="3643003" y="7243291"/>
            <a:ext cx="3522907" cy="0"/>
          </a:xfrm>
          <a:prstGeom prst="line">
            <a:avLst/>
          </a:prstGeom>
          <a:ln>
            <a:solidFill>
              <a:schemeClr val="tx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2" name="TextBox 121">
            <a:extLst>
              <a:ext uri="{FF2B5EF4-FFF2-40B4-BE49-F238E27FC236}">
                <a16:creationId xmlns:a16="http://schemas.microsoft.com/office/drawing/2014/main" id="{27EA06DC-275E-9FB1-96CF-72A94FE0FE77}"/>
              </a:ext>
            </a:extLst>
          </p:cNvPr>
          <p:cNvSpPr txBox="1"/>
          <p:nvPr/>
        </p:nvSpPr>
        <p:spPr>
          <a:xfrm>
            <a:off x="4042486" y="442317"/>
            <a:ext cx="3358814" cy="27699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r"/>
            <a:r>
              <a:rPr lang="en-US" sz="1200">
                <a:latin typeface="CiscoSansTT" panose="020B0503020201020303" pitchFamily="34" charset="0"/>
                <a:cs typeface="CiscoSansTT" panose="020B0503020201020303" pitchFamily="34" charset="0"/>
              </a:rPr>
              <a:t>&lt;Insert Document Title&gt;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C9AA14E7-E42B-AA58-E13F-9E071DC64673}"/>
              </a:ext>
            </a:extLst>
          </p:cNvPr>
          <p:cNvSpPr txBox="1"/>
          <p:nvPr/>
        </p:nvSpPr>
        <p:spPr>
          <a:xfrm>
            <a:off x="378142" y="998461"/>
            <a:ext cx="7020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609559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7182D"/>
                </a:solidFill>
                <a:effectLst/>
                <a:uLnTx/>
                <a:uFillTx/>
                <a:latin typeface="CiscoSansTT Light"/>
                <a:ea typeface="ＭＳ Ｐゴシック" charset="0"/>
              </a:rPr>
              <a:t>Table of Contents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C861DF2A-8A1F-7E27-695F-092B468AAFE8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152829" y="9495785"/>
            <a:ext cx="490626" cy="17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52348" tIns="26173" rIns="52348" bIns="26173" anchor="b">
            <a:spAutoFit/>
          </a:bodyPr>
          <a:lstStyle/>
          <a:p>
            <a:pPr defTabSz="519128" fontAlgn="auto">
              <a:spcBef>
                <a:spcPts val="0"/>
              </a:spcBef>
              <a:spcAft>
                <a:spcPts val="0"/>
              </a:spcAft>
              <a:defRPr/>
            </a:pPr>
            <a:fld id="{9455A196-DBE5-CA43-A2D6-20DA7E97BD65}" type="slidenum">
              <a:rPr lang="en-US" sz="800" spc="17" baseline="0" smtClean="0">
                <a:latin typeface="CiscoSansTT" panose="020B0503020201020303" pitchFamily="34" charset="0"/>
                <a:ea typeface="+mn-ea"/>
                <a:cs typeface="CiscoSansTT" panose="020B0503020201020303" pitchFamily="34" charset="0"/>
              </a:rPr>
              <a:t>4</a:t>
            </a:fld>
            <a:endParaRPr lang="en-US" sz="800" spc="17" baseline="0">
              <a:latin typeface="CiscoSansTT" panose="020B0503020201020303" pitchFamily="34" charset="0"/>
              <a:ea typeface="+mn-ea"/>
              <a:cs typeface="CiscoSansTT" panose="020B0503020201020303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462F839-C9AB-7CD4-D6F5-825C96624C4E}"/>
              </a:ext>
            </a:extLst>
          </p:cNvPr>
          <p:cNvSpPr/>
          <p:nvPr/>
        </p:nvSpPr>
        <p:spPr>
          <a:xfrm>
            <a:off x="0" y="9892145"/>
            <a:ext cx="7772400" cy="166255"/>
          </a:xfrm>
          <a:prstGeom prst="rect">
            <a:avLst/>
          </a:prstGeom>
          <a:gradFill flip="none" rotWithShape="1">
            <a:gsLst>
              <a:gs pos="50000">
                <a:srgbClr val="FFAABD"/>
              </a:gs>
              <a:gs pos="10000">
                <a:srgbClr val="FFD755"/>
              </a:gs>
              <a:gs pos="90000">
                <a:srgbClr val="D73E45"/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0911F84-B3B3-441C-4128-AD8762A27F0A}"/>
              </a:ext>
            </a:extLst>
          </p:cNvPr>
          <p:cNvSpPr txBox="1"/>
          <p:nvPr/>
        </p:nvSpPr>
        <p:spPr>
          <a:xfrm>
            <a:off x="378142" y="442317"/>
            <a:ext cx="30383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1182E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</a:rPr>
              <a:t>Human Resources</a:t>
            </a:r>
            <a:endParaRPr lang="en-IL" b="1" dirty="0">
              <a:solidFill>
                <a:srgbClr val="01182E"/>
              </a:solidFill>
              <a:latin typeface="Inter" panose="02000503000000020004" pitchFamily="2" charset="0"/>
              <a:ea typeface="Inter" panose="02000503000000020004" pitchFamily="2" charset="0"/>
              <a:cs typeface="Inter" panose="02000503000000020004" pitchFamily="2" charset="0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06C563F-5C54-3ADA-8661-384B9BA9D953}"/>
              </a:ext>
            </a:extLst>
          </p:cNvPr>
          <p:cNvCxnSpPr>
            <a:cxnSpLocks/>
          </p:cNvCxnSpPr>
          <p:nvPr/>
        </p:nvCxnSpPr>
        <p:spPr>
          <a:xfrm>
            <a:off x="457200" y="847907"/>
            <a:ext cx="6858000" cy="0"/>
          </a:xfrm>
          <a:prstGeom prst="line">
            <a:avLst/>
          </a:prstGeom>
          <a:solidFill>
            <a:schemeClr val="bg2">
              <a:lumMod val="95000"/>
              <a:alpha val="60000"/>
            </a:schemeClr>
          </a:solidFill>
          <a:ln w="12700">
            <a:gradFill flip="none" rotWithShape="1">
              <a:gsLst>
                <a:gs pos="10000">
                  <a:srgbClr val="FFD755"/>
                </a:gs>
                <a:gs pos="50000">
                  <a:srgbClr val="FFAABD"/>
                </a:gs>
                <a:gs pos="90000">
                  <a:srgbClr val="D73E45"/>
                </a:gs>
              </a:gsLst>
              <a:lin ang="1200000" scaled="0"/>
              <a:tileRect/>
            </a:gra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</p:spTree>
    <p:extLst>
      <p:ext uri="{BB962C8B-B14F-4D97-AF65-F5344CB8AC3E}">
        <p14:creationId xmlns:p14="http://schemas.microsoft.com/office/powerpoint/2010/main" val="29759820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Content Placeholder 2">
            <a:extLst>
              <a:ext uri="{FF2B5EF4-FFF2-40B4-BE49-F238E27FC236}">
                <a16:creationId xmlns:a16="http://schemas.microsoft.com/office/drawing/2014/main" id="{0CCA494C-6F22-5D82-B9C3-9B7A0F0B1E15}"/>
              </a:ext>
            </a:extLst>
          </p:cNvPr>
          <p:cNvSpPr txBox="1">
            <a:spLocks/>
          </p:cNvSpPr>
          <p:nvPr/>
        </p:nvSpPr>
        <p:spPr>
          <a:xfrm>
            <a:off x="385657" y="8196765"/>
            <a:ext cx="4304696" cy="681494"/>
          </a:xfrm>
          <a:prstGeom prst="roundRect">
            <a:avLst>
              <a:gd name="adj" fmla="val 50000"/>
            </a:avLst>
          </a:prstGeom>
          <a:solidFill>
            <a:schemeClr val="bg2">
              <a:lumMod val="95000"/>
              <a:alpha val="60033"/>
            </a:schemeClr>
          </a:solidFill>
          <a:ln>
            <a:noFill/>
          </a:ln>
        </p:spPr>
        <p:txBody>
          <a:bodyPr anchor="ctr">
            <a:noAutofit/>
          </a:bodyPr>
          <a:lstStyle>
            <a:lvl1pPr marL="226482" indent="-226482" algn="l" defTabSz="912276" rtl="0" eaLnBrk="1" fontAlgn="base" hangingPunct="1">
              <a:lnSpc>
                <a:spcPct val="95000"/>
              </a:lnSpc>
              <a:spcBef>
                <a:spcPts val="1433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Arial" charset="0"/>
              <a:buChar char="•"/>
              <a:defRPr lang="en-US" sz="2400" kern="1200" dirty="0">
                <a:solidFill>
                  <a:schemeClr val="bg2"/>
                </a:solidFill>
                <a:latin typeface="+mn-lt"/>
                <a:ea typeface="ＭＳ Ｐゴシック" charset="0"/>
                <a:cs typeface="CiscoSans"/>
              </a:defRPr>
            </a:lvl1pPr>
            <a:lvl2pPr marL="457200" indent="-227013" algn="l" defTabSz="912276" rtl="0" eaLnBrk="1" fontAlgn="base" hangingPunct="1">
              <a:lnSpc>
                <a:spcPct val="95000"/>
              </a:lnSpc>
              <a:spcBef>
                <a:spcPts val="800"/>
              </a:spcBef>
              <a:spcAft>
                <a:spcPct val="0"/>
              </a:spcAft>
              <a:buClr>
                <a:schemeClr val="accent1"/>
              </a:buClr>
              <a:buFont typeface="Arial" charset="0"/>
              <a:buChar char="•"/>
              <a:defRPr lang="en-US" sz="2000" kern="1200" dirty="0">
                <a:solidFill>
                  <a:schemeClr val="bg2"/>
                </a:solidFill>
                <a:latin typeface="+mn-lt"/>
                <a:ea typeface="ＭＳ Ｐゴシック" charset="0"/>
                <a:cs typeface="CiscoSans"/>
              </a:defRPr>
            </a:lvl2pPr>
            <a:lvl3pPr marL="569913" indent="-230188" algn="l" defTabSz="912276" rtl="0" eaLnBrk="1" fontAlgn="base" hangingPunct="1">
              <a:lnSpc>
                <a:spcPct val="95000"/>
              </a:lnSpc>
              <a:spcBef>
                <a:spcPts val="833"/>
              </a:spcBef>
              <a:spcAft>
                <a:spcPct val="0"/>
              </a:spcAft>
              <a:buClr>
                <a:schemeClr val="accent1"/>
              </a:buClr>
              <a:buFont typeface="Arial" charset="0"/>
              <a:buChar char="•"/>
              <a:defRPr lang="en-US" sz="1800" kern="1200" dirty="0">
                <a:solidFill>
                  <a:schemeClr val="bg2"/>
                </a:solidFill>
                <a:latin typeface="+mn-lt"/>
                <a:ea typeface="ＭＳ Ｐゴシック" charset="0"/>
                <a:cs typeface="CiscoSans"/>
              </a:defRPr>
            </a:lvl3pPr>
            <a:lvl4pPr marL="687388" indent="-230188" algn="l" defTabSz="912276" rtl="0" eaLnBrk="1" fontAlgn="base" hangingPunct="1">
              <a:lnSpc>
                <a:spcPct val="95000"/>
              </a:lnSpc>
              <a:spcBef>
                <a:spcPts val="833"/>
              </a:spcBef>
              <a:spcAft>
                <a:spcPct val="0"/>
              </a:spcAft>
              <a:buClr>
                <a:schemeClr val="accent1"/>
              </a:buClr>
              <a:buFont typeface="Arial" charset="0"/>
              <a:buChar char="•"/>
              <a:defRPr lang="en-US" sz="1600" kern="1200" dirty="0">
                <a:solidFill>
                  <a:schemeClr val="bg2"/>
                </a:solidFill>
                <a:latin typeface="+mn-lt"/>
                <a:ea typeface="ＭＳ Ｐゴシック" charset="0"/>
                <a:cs typeface="CiscoSans"/>
              </a:defRPr>
            </a:lvl4pPr>
            <a:lvl5pPr marL="801688" indent="-231775" algn="l" defTabSz="912276" rtl="0" eaLnBrk="1" fontAlgn="base" hangingPunct="1">
              <a:lnSpc>
                <a:spcPct val="95000"/>
              </a:lnSpc>
              <a:spcBef>
                <a:spcPts val="833"/>
              </a:spcBef>
              <a:spcAft>
                <a:spcPct val="0"/>
              </a:spcAft>
              <a:buClr>
                <a:schemeClr val="accent1"/>
              </a:buClr>
              <a:buFont typeface="Arial" charset="0"/>
              <a:buChar char="•"/>
              <a:defRPr lang="en-US" sz="1400" kern="1200" dirty="0">
                <a:solidFill>
                  <a:schemeClr val="bg2"/>
                </a:solidFill>
                <a:latin typeface="+mn-lt"/>
                <a:ea typeface="ＭＳ Ｐゴシック" charset="0"/>
                <a:cs typeface="CiscoSans"/>
              </a:defRPr>
            </a:lvl5pPr>
            <a:lvl6pPr marL="1151798" indent="-228592" algn="l" defTabSz="914362" rtl="0" eaLnBrk="1" latinLnBrk="0" hangingPunct="1">
              <a:spcBef>
                <a:spcPts val="800"/>
              </a:spcBef>
              <a:buFont typeface="Arial" pitchFamily="34" charset="0"/>
              <a:buChar char="•"/>
              <a:defRPr sz="12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47781" indent="-228561" algn="l" defTabSz="914362" rtl="0" eaLnBrk="1" latinLnBrk="0" hangingPunct="1">
              <a:spcBef>
                <a:spcPts val="800"/>
              </a:spcBef>
              <a:buFont typeface="Arial" pitchFamily="34" charset="0"/>
              <a:buChar char="•"/>
              <a:defRPr sz="1067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267" indent="0" algn="l" defTabSz="914362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38" indent="-228592" algn="l" defTabSz="91436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dirty="0">
                <a:solidFill>
                  <a:srgbClr val="01182E"/>
                </a:solidFill>
              </a:rPr>
              <a:t>For more information, please review the </a:t>
            </a:r>
            <a:br>
              <a:rPr lang="en-US" sz="1400" dirty="0">
                <a:solidFill>
                  <a:schemeClr val="bg1"/>
                </a:solidFill>
              </a:rPr>
            </a:br>
            <a:r>
              <a:rPr lang="en-US" sz="1400" dirty="0">
                <a:solidFill>
                  <a:srgbClr val="00B0F0"/>
                </a:solidFill>
              </a:rPr>
              <a:t>&lt;</a:t>
            </a:r>
            <a:r>
              <a:rPr lang="en-US" sz="1400" dirty="0">
                <a:solidFill>
                  <a:srgbClr val="00B0F0"/>
                </a:solidFill>
                <a:latin typeface="CiscoSansTT" panose="020B0503020201020303" pitchFamily="34" charset="0"/>
                <a:cs typeface="CiscoSansTT" panose="020B0503020201020303" pitchFamily="34" charset="0"/>
              </a:rPr>
              <a:t>Insert Link For Further Resources</a:t>
            </a:r>
            <a:r>
              <a:rPr lang="en-US" sz="1400" dirty="0">
                <a:solidFill>
                  <a:srgbClr val="00B0F0"/>
                </a:solidFill>
              </a:rPr>
              <a:t>&gt;</a:t>
            </a:r>
          </a:p>
        </p:txBody>
      </p:sp>
      <p:sp>
        <p:nvSpPr>
          <p:cNvPr id="38" name="Rectangle: Rounded Corners 34">
            <a:extLst>
              <a:ext uri="{FF2B5EF4-FFF2-40B4-BE49-F238E27FC236}">
                <a16:creationId xmlns:a16="http://schemas.microsoft.com/office/drawing/2014/main" id="{FBDDCE8E-58B5-CDA8-097D-68748FD6BB14}"/>
              </a:ext>
            </a:extLst>
          </p:cNvPr>
          <p:cNvSpPr/>
          <p:nvPr/>
        </p:nvSpPr>
        <p:spPr>
          <a:xfrm>
            <a:off x="378719" y="1715249"/>
            <a:ext cx="3474720" cy="604562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07182D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endParaRPr lang="en-US"/>
          </a:p>
        </p:txBody>
      </p:sp>
      <p:sp>
        <p:nvSpPr>
          <p:cNvPr id="62" name="Content Placeholder 2">
            <a:extLst>
              <a:ext uri="{FF2B5EF4-FFF2-40B4-BE49-F238E27FC236}">
                <a16:creationId xmlns:a16="http://schemas.microsoft.com/office/drawing/2014/main" id="{50E8AF73-5977-0E98-E275-9BA900513727}"/>
              </a:ext>
            </a:extLst>
          </p:cNvPr>
          <p:cNvSpPr txBox="1">
            <a:spLocks/>
          </p:cNvSpPr>
          <p:nvPr/>
        </p:nvSpPr>
        <p:spPr>
          <a:xfrm>
            <a:off x="561703" y="1724044"/>
            <a:ext cx="3091943" cy="595767"/>
          </a:xfrm>
          <a:prstGeom prst="rect">
            <a:avLst/>
          </a:prstGeom>
        </p:spPr>
        <p:txBody>
          <a:bodyPr anchor="ctr">
            <a:noAutofit/>
          </a:bodyPr>
          <a:lstStyle>
            <a:lvl1pPr marL="226482" indent="-226482" algn="l" defTabSz="912276" rtl="0" eaLnBrk="1" fontAlgn="base" hangingPunct="1">
              <a:lnSpc>
                <a:spcPct val="95000"/>
              </a:lnSpc>
              <a:spcBef>
                <a:spcPts val="1433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Arial" charset="0"/>
              <a:buChar char="•"/>
              <a:defRPr lang="en-US" sz="2400" kern="1200" dirty="0">
                <a:solidFill>
                  <a:schemeClr val="bg2"/>
                </a:solidFill>
                <a:latin typeface="+mn-lt"/>
                <a:ea typeface="ＭＳ Ｐゴシック" charset="0"/>
                <a:cs typeface="CiscoSans"/>
              </a:defRPr>
            </a:lvl1pPr>
            <a:lvl2pPr marL="457200" indent="-227013" algn="l" defTabSz="912276" rtl="0" eaLnBrk="1" fontAlgn="base" hangingPunct="1">
              <a:lnSpc>
                <a:spcPct val="95000"/>
              </a:lnSpc>
              <a:spcBef>
                <a:spcPts val="800"/>
              </a:spcBef>
              <a:spcAft>
                <a:spcPct val="0"/>
              </a:spcAft>
              <a:buClr>
                <a:schemeClr val="accent1"/>
              </a:buClr>
              <a:buFont typeface="Arial" charset="0"/>
              <a:buChar char="•"/>
              <a:defRPr lang="en-US" sz="2000" kern="1200" dirty="0">
                <a:solidFill>
                  <a:schemeClr val="bg2"/>
                </a:solidFill>
                <a:latin typeface="+mn-lt"/>
                <a:ea typeface="ＭＳ Ｐゴシック" charset="0"/>
                <a:cs typeface="CiscoSans"/>
              </a:defRPr>
            </a:lvl2pPr>
            <a:lvl3pPr marL="569913" indent="-230188" algn="l" defTabSz="912276" rtl="0" eaLnBrk="1" fontAlgn="base" hangingPunct="1">
              <a:lnSpc>
                <a:spcPct val="95000"/>
              </a:lnSpc>
              <a:spcBef>
                <a:spcPts val="833"/>
              </a:spcBef>
              <a:spcAft>
                <a:spcPct val="0"/>
              </a:spcAft>
              <a:buClr>
                <a:schemeClr val="accent1"/>
              </a:buClr>
              <a:buFont typeface="Arial" charset="0"/>
              <a:buChar char="•"/>
              <a:defRPr lang="en-US" sz="1800" kern="1200" dirty="0">
                <a:solidFill>
                  <a:schemeClr val="bg2"/>
                </a:solidFill>
                <a:latin typeface="+mn-lt"/>
                <a:ea typeface="ＭＳ Ｐゴシック" charset="0"/>
                <a:cs typeface="CiscoSans"/>
              </a:defRPr>
            </a:lvl3pPr>
            <a:lvl4pPr marL="687388" indent="-230188" algn="l" defTabSz="912276" rtl="0" eaLnBrk="1" fontAlgn="base" hangingPunct="1">
              <a:lnSpc>
                <a:spcPct val="95000"/>
              </a:lnSpc>
              <a:spcBef>
                <a:spcPts val="833"/>
              </a:spcBef>
              <a:spcAft>
                <a:spcPct val="0"/>
              </a:spcAft>
              <a:buClr>
                <a:schemeClr val="accent1"/>
              </a:buClr>
              <a:buFont typeface="Arial" charset="0"/>
              <a:buChar char="•"/>
              <a:defRPr lang="en-US" sz="1600" kern="1200" dirty="0">
                <a:solidFill>
                  <a:schemeClr val="bg2"/>
                </a:solidFill>
                <a:latin typeface="+mn-lt"/>
                <a:ea typeface="ＭＳ Ｐゴシック" charset="0"/>
                <a:cs typeface="CiscoSans"/>
              </a:defRPr>
            </a:lvl4pPr>
            <a:lvl5pPr marL="801688" indent="-231775" algn="l" defTabSz="912276" rtl="0" eaLnBrk="1" fontAlgn="base" hangingPunct="1">
              <a:lnSpc>
                <a:spcPct val="95000"/>
              </a:lnSpc>
              <a:spcBef>
                <a:spcPts val="833"/>
              </a:spcBef>
              <a:spcAft>
                <a:spcPct val="0"/>
              </a:spcAft>
              <a:buClr>
                <a:schemeClr val="accent1"/>
              </a:buClr>
              <a:buFont typeface="Arial" charset="0"/>
              <a:buChar char="•"/>
              <a:defRPr lang="en-US" sz="1400" kern="1200" dirty="0">
                <a:solidFill>
                  <a:schemeClr val="bg2"/>
                </a:solidFill>
                <a:latin typeface="+mn-lt"/>
                <a:ea typeface="ＭＳ Ｐゴシック" charset="0"/>
                <a:cs typeface="CiscoSans"/>
              </a:defRPr>
            </a:lvl5pPr>
            <a:lvl6pPr marL="1151798" indent="-228592" algn="l" defTabSz="914362" rtl="0" eaLnBrk="1" latinLnBrk="0" hangingPunct="1">
              <a:spcBef>
                <a:spcPts val="800"/>
              </a:spcBef>
              <a:buFont typeface="Arial" pitchFamily="34" charset="0"/>
              <a:buChar char="•"/>
              <a:defRPr sz="12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47781" indent="-228561" algn="l" defTabSz="914362" rtl="0" eaLnBrk="1" latinLnBrk="0" hangingPunct="1">
              <a:spcBef>
                <a:spcPts val="800"/>
              </a:spcBef>
              <a:buFont typeface="Arial" pitchFamily="34" charset="0"/>
              <a:buChar char="•"/>
              <a:defRPr sz="1067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267" indent="0" algn="l" defTabSz="914362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38" indent="-228592" algn="l" defTabSz="91436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 algn="ctr">
              <a:buNone/>
            </a:pPr>
            <a:r>
              <a:rPr lang="en-US" sz="1400">
                <a:solidFill>
                  <a:srgbClr val="07182D"/>
                </a:solidFill>
              </a:rPr>
              <a:t>&lt;Insert Decision Point Content&gt;</a:t>
            </a:r>
          </a:p>
        </p:txBody>
      </p:sp>
      <p:sp>
        <p:nvSpPr>
          <p:cNvPr id="63" name="Rectangle: Rounded Corners 34">
            <a:extLst>
              <a:ext uri="{FF2B5EF4-FFF2-40B4-BE49-F238E27FC236}">
                <a16:creationId xmlns:a16="http://schemas.microsoft.com/office/drawing/2014/main" id="{53A9BB2C-F45C-45C7-7161-3873B5A40DC3}"/>
              </a:ext>
            </a:extLst>
          </p:cNvPr>
          <p:cNvSpPr/>
          <p:nvPr/>
        </p:nvSpPr>
        <p:spPr>
          <a:xfrm>
            <a:off x="378719" y="2937047"/>
            <a:ext cx="3474720" cy="604562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07182D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endParaRPr lang="en-US"/>
          </a:p>
        </p:txBody>
      </p:sp>
      <p:sp>
        <p:nvSpPr>
          <p:cNvPr id="64" name="Content Placeholder 2">
            <a:extLst>
              <a:ext uri="{FF2B5EF4-FFF2-40B4-BE49-F238E27FC236}">
                <a16:creationId xmlns:a16="http://schemas.microsoft.com/office/drawing/2014/main" id="{E612D2AF-3C27-E538-8E94-1EB6B4EB9893}"/>
              </a:ext>
            </a:extLst>
          </p:cNvPr>
          <p:cNvSpPr txBox="1">
            <a:spLocks/>
          </p:cNvSpPr>
          <p:nvPr/>
        </p:nvSpPr>
        <p:spPr>
          <a:xfrm>
            <a:off x="561703" y="2945842"/>
            <a:ext cx="3091943" cy="595767"/>
          </a:xfrm>
          <a:prstGeom prst="rect">
            <a:avLst/>
          </a:prstGeom>
        </p:spPr>
        <p:txBody>
          <a:bodyPr anchor="ctr">
            <a:noAutofit/>
          </a:bodyPr>
          <a:lstStyle>
            <a:lvl1pPr marL="226482" indent="-226482" algn="l" defTabSz="912276" rtl="0" eaLnBrk="1" fontAlgn="base" hangingPunct="1">
              <a:lnSpc>
                <a:spcPct val="95000"/>
              </a:lnSpc>
              <a:spcBef>
                <a:spcPts val="1433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Arial" charset="0"/>
              <a:buChar char="•"/>
              <a:defRPr lang="en-US" sz="2400" kern="1200" dirty="0">
                <a:solidFill>
                  <a:schemeClr val="bg2"/>
                </a:solidFill>
                <a:latin typeface="+mn-lt"/>
                <a:ea typeface="ＭＳ Ｐゴシック" charset="0"/>
                <a:cs typeface="CiscoSans"/>
              </a:defRPr>
            </a:lvl1pPr>
            <a:lvl2pPr marL="457200" indent="-227013" algn="l" defTabSz="912276" rtl="0" eaLnBrk="1" fontAlgn="base" hangingPunct="1">
              <a:lnSpc>
                <a:spcPct val="95000"/>
              </a:lnSpc>
              <a:spcBef>
                <a:spcPts val="800"/>
              </a:spcBef>
              <a:spcAft>
                <a:spcPct val="0"/>
              </a:spcAft>
              <a:buClr>
                <a:schemeClr val="accent1"/>
              </a:buClr>
              <a:buFont typeface="Arial" charset="0"/>
              <a:buChar char="•"/>
              <a:defRPr lang="en-US" sz="2000" kern="1200" dirty="0">
                <a:solidFill>
                  <a:schemeClr val="bg2"/>
                </a:solidFill>
                <a:latin typeface="+mn-lt"/>
                <a:ea typeface="ＭＳ Ｐゴシック" charset="0"/>
                <a:cs typeface="CiscoSans"/>
              </a:defRPr>
            </a:lvl2pPr>
            <a:lvl3pPr marL="569913" indent="-230188" algn="l" defTabSz="912276" rtl="0" eaLnBrk="1" fontAlgn="base" hangingPunct="1">
              <a:lnSpc>
                <a:spcPct val="95000"/>
              </a:lnSpc>
              <a:spcBef>
                <a:spcPts val="833"/>
              </a:spcBef>
              <a:spcAft>
                <a:spcPct val="0"/>
              </a:spcAft>
              <a:buClr>
                <a:schemeClr val="accent1"/>
              </a:buClr>
              <a:buFont typeface="Arial" charset="0"/>
              <a:buChar char="•"/>
              <a:defRPr lang="en-US" sz="1800" kern="1200" dirty="0">
                <a:solidFill>
                  <a:schemeClr val="bg2"/>
                </a:solidFill>
                <a:latin typeface="+mn-lt"/>
                <a:ea typeface="ＭＳ Ｐゴシック" charset="0"/>
                <a:cs typeface="CiscoSans"/>
              </a:defRPr>
            </a:lvl3pPr>
            <a:lvl4pPr marL="687388" indent="-230188" algn="l" defTabSz="912276" rtl="0" eaLnBrk="1" fontAlgn="base" hangingPunct="1">
              <a:lnSpc>
                <a:spcPct val="95000"/>
              </a:lnSpc>
              <a:spcBef>
                <a:spcPts val="833"/>
              </a:spcBef>
              <a:spcAft>
                <a:spcPct val="0"/>
              </a:spcAft>
              <a:buClr>
                <a:schemeClr val="accent1"/>
              </a:buClr>
              <a:buFont typeface="Arial" charset="0"/>
              <a:buChar char="•"/>
              <a:defRPr lang="en-US" sz="1600" kern="1200" dirty="0">
                <a:solidFill>
                  <a:schemeClr val="bg2"/>
                </a:solidFill>
                <a:latin typeface="+mn-lt"/>
                <a:ea typeface="ＭＳ Ｐゴシック" charset="0"/>
                <a:cs typeface="CiscoSans"/>
              </a:defRPr>
            </a:lvl4pPr>
            <a:lvl5pPr marL="801688" indent="-231775" algn="l" defTabSz="912276" rtl="0" eaLnBrk="1" fontAlgn="base" hangingPunct="1">
              <a:lnSpc>
                <a:spcPct val="95000"/>
              </a:lnSpc>
              <a:spcBef>
                <a:spcPts val="833"/>
              </a:spcBef>
              <a:spcAft>
                <a:spcPct val="0"/>
              </a:spcAft>
              <a:buClr>
                <a:schemeClr val="accent1"/>
              </a:buClr>
              <a:buFont typeface="Arial" charset="0"/>
              <a:buChar char="•"/>
              <a:defRPr lang="en-US" sz="1400" kern="1200" dirty="0">
                <a:solidFill>
                  <a:schemeClr val="bg2"/>
                </a:solidFill>
                <a:latin typeface="+mn-lt"/>
                <a:ea typeface="ＭＳ Ｐゴシック" charset="0"/>
                <a:cs typeface="CiscoSans"/>
              </a:defRPr>
            </a:lvl5pPr>
            <a:lvl6pPr marL="1151798" indent="-228592" algn="l" defTabSz="914362" rtl="0" eaLnBrk="1" latinLnBrk="0" hangingPunct="1">
              <a:spcBef>
                <a:spcPts val="800"/>
              </a:spcBef>
              <a:buFont typeface="Arial" pitchFamily="34" charset="0"/>
              <a:buChar char="•"/>
              <a:defRPr sz="12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47781" indent="-228561" algn="l" defTabSz="914362" rtl="0" eaLnBrk="1" latinLnBrk="0" hangingPunct="1">
              <a:spcBef>
                <a:spcPts val="800"/>
              </a:spcBef>
              <a:buFont typeface="Arial" pitchFamily="34" charset="0"/>
              <a:buChar char="•"/>
              <a:defRPr sz="1067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267" indent="0" algn="l" defTabSz="914362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38" indent="-228592" algn="l" defTabSz="91436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 algn="ctr">
              <a:buNone/>
            </a:pPr>
            <a:r>
              <a:rPr lang="en-US" sz="1400">
                <a:solidFill>
                  <a:srgbClr val="07182D"/>
                </a:solidFill>
              </a:rPr>
              <a:t>&lt;Insert Decision Point Content&gt;</a:t>
            </a:r>
          </a:p>
        </p:txBody>
      </p:sp>
      <p:sp>
        <p:nvSpPr>
          <p:cNvPr id="65" name="Arc 64">
            <a:extLst>
              <a:ext uri="{FF2B5EF4-FFF2-40B4-BE49-F238E27FC236}">
                <a16:creationId xmlns:a16="http://schemas.microsoft.com/office/drawing/2014/main" id="{86BDAF23-10ED-292F-EE0A-9220B283CD54}"/>
              </a:ext>
            </a:extLst>
          </p:cNvPr>
          <p:cNvSpPr/>
          <p:nvPr/>
        </p:nvSpPr>
        <p:spPr>
          <a:xfrm>
            <a:off x="4055260" y="2017530"/>
            <a:ext cx="739990" cy="739990"/>
          </a:xfrm>
          <a:prstGeom prst="arc">
            <a:avLst/>
          </a:prstGeom>
          <a:ln w="12700">
            <a:solidFill>
              <a:schemeClr val="accent4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Arc 65">
            <a:extLst>
              <a:ext uri="{FF2B5EF4-FFF2-40B4-BE49-F238E27FC236}">
                <a16:creationId xmlns:a16="http://schemas.microsoft.com/office/drawing/2014/main" id="{FCE4C760-F697-083C-68F8-6EC8673CA6EC}"/>
              </a:ext>
            </a:extLst>
          </p:cNvPr>
          <p:cNvSpPr/>
          <p:nvPr/>
        </p:nvSpPr>
        <p:spPr>
          <a:xfrm>
            <a:off x="4055834" y="3239058"/>
            <a:ext cx="739990" cy="739990"/>
          </a:xfrm>
          <a:prstGeom prst="arc">
            <a:avLst/>
          </a:prstGeom>
          <a:ln w="12700">
            <a:solidFill>
              <a:schemeClr val="accent4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Rectangle: Rounded Corners 34">
            <a:extLst>
              <a:ext uri="{FF2B5EF4-FFF2-40B4-BE49-F238E27FC236}">
                <a16:creationId xmlns:a16="http://schemas.microsoft.com/office/drawing/2014/main" id="{736482A6-1C7A-7666-DE07-73E8F66EEADF}"/>
              </a:ext>
            </a:extLst>
          </p:cNvPr>
          <p:cNvSpPr/>
          <p:nvPr/>
        </p:nvSpPr>
        <p:spPr>
          <a:xfrm>
            <a:off x="381879" y="4154447"/>
            <a:ext cx="3474720" cy="604562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07182D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endParaRPr lang="en-US"/>
          </a:p>
        </p:txBody>
      </p:sp>
      <p:sp>
        <p:nvSpPr>
          <p:cNvPr id="71" name="Content Placeholder 2">
            <a:extLst>
              <a:ext uri="{FF2B5EF4-FFF2-40B4-BE49-F238E27FC236}">
                <a16:creationId xmlns:a16="http://schemas.microsoft.com/office/drawing/2014/main" id="{16FE9133-2C70-BFEC-E40C-F5C99F1D2FDE}"/>
              </a:ext>
            </a:extLst>
          </p:cNvPr>
          <p:cNvSpPr txBox="1">
            <a:spLocks/>
          </p:cNvSpPr>
          <p:nvPr/>
        </p:nvSpPr>
        <p:spPr>
          <a:xfrm>
            <a:off x="564863" y="4163242"/>
            <a:ext cx="3091943" cy="595767"/>
          </a:xfrm>
          <a:prstGeom prst="rect">
            <a:avLst/>
          </a:prstGeom>
        </p:spPr>
        <p:txBody>
          <a:bodyPr anchor="ctr">
            <a:noAutofit/>
          </a:bodyPr>
          <a:lstStyle>
            <a:lvl1pPr marL="226482" indent="-226482" algn="l" defTabSz="912276" rtl="0" eaLnBrk="1" fontAlgn="base" hangingPunct="1">
              <a:lnSpc>
                <a:spcPct val="95000"/>
              </a:lnSpc>
              <a:spcBef>
                <a:spcPts val="1433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Arial" charset="0"/>
              <a:buChar char="•"/>
              <a:defRPr lang="en-US" sz="2400" kern="1200" dirty="0">
                <a:solidFill>
                  <a:schemeClr val="bg2"/>
                </a:solidFill>
                <a:latin typeface="+mn-lt"/>
                <a:ea typeface="ＭＳ Ｐゴシック" charset="0"/>
                <a:cs typeface="CiscoSans"/>
              </a:defRPr>
            </a:lvl1pPr>
            <a:lvl2pPr marL="457200" indent="-227013" algn="l" defTabSz="912276" rtl="0" eaLnBrk="1" fontAlgn="base" hangingPunct="1">
              <a:lnSpc>
                <a:spcPct val="95000"/>
              </a:lnSpc>
              <a:spcBef>
                <a:spcPts val="800"/>
              </a:spcBef>
              <a:spcAft>
                <a:spcPct val="0"/>
              </a:spcAft>
              <a:buClr>
                <a:schemeClr val="accent1"/>
              </a:buClr>
              <a:buFont typeface="Arial" charset="0"/>
              <a:buChar char="•"/>
              <a:defRPr lang="en-US" sz="2000" kern="1200" dirty="0">
                <a:solidFill>
                  <a:schemeClr val="bg2"/>
                </a:solidFill>
                <a:latin typeface="+mn-lt"/>
                <a:ea typeface="ＭＳ Ｐゴシック" charset="0"/>
                <a:cs typeface="CiscoSans"/>
              </a:defRPr>
            </a:lvl2pPr>
            <a:lvl3pPr marL="569913" indent="-230188" algn="l" defTabSz="912276" rtl="0" eaLnBrk="1" fontAlgn="base" hangingPunct="1">
              <a:lnSpc>
                <a:spcPct val="95000"/>
              </a:lnSpc>
              <a:spcBef>
                <a:spcPts val="833"/>
              </a:spcBef>
              <a:spcAft>
                <a:spcPct val="0"/>
              </a:spcAft>
              <a:buClr>
                <a:schemeClr val="accent1"/>
              </a:buClr>
              <a:buFont typeface="Arial" charset="0"/>
              <a:buChar char="•"/>
              <a:defRPr lang="en-US" sz="1800" kern="1200" dirty="0">
                <a:solidFill>
                  <a:schemeClr val="bg2"/>
                </a:solidFill>
                <a:latin typeface="+mn-lt"/>
                <a:ea typeface="ＭＳ Ｐゴシック" charset="0"/>
                <a:cs typeface="CiscoSans"/>
              </a:defRPr>
            </a:lvl3pPr>
            <a:lvl4pPr marL="687388" indent="-230188" algn="l" defTabSz="912276" rtl="0" eaLnBrk="1" fontAlgn="base" hangingPunct="1">
              <a:lnSpc>
                <a:spcPct val="95000"/>
              </a:lnSpc>
              <a:spcBef>
                <a:spcPts val="833"/>
              </a:spcBef>
              <a:spcAft>
                <a:spcPct val="0"/>
              </a:spcAft>
              <a:buClr>
                <a:schemeClr val="accent1"/>
              </a:buClr>
              <a:buFont typeface="Arial" charset="0"/>
              <a:buChar char="•"/>
              <a:defRPr lang="en-US" sz="1600" kern="1200" dirty="0">
                <a:solidFill>
                  <a:schemeClr val="bg2"/>
                </a:solidFill>
                <a:latin typeface="+mn-lt"/>
                <a:ea typeface="ＭＳ Ｐゴシック" charset="0"/>
                <a:cs typeface="CiscoSans"/>
              </a:defRPr>
            </a:lvl4pPr>
            <a:lvl5pPr marL="801688" indent="-231775" algn="l" defTabSz="912276" rtl="0" eaLnBrk="1" fontAlgn="base" hangingPunct="1">
              <a:lnSpc>
                <a:spcPct val="95000"/>
              </a:lnSpc>
              <a:spcBef>
                <a:spcPts val="833"/>
              </a:spcBef>
              <a:spcAft>
                <a:spcPct val="0"/>
              </a:spcAft>
              <a:buClr>
                <a:schemeClr val="accent1"/>
              </a:buClr>
              <a:buFont typeface="Arial" charset="0"/>
              <a:buChar char="•"/>
              <a:defRPr lang="en-US" sz="1400" kern="1200" dirty="0">
                <a:solidFill>
                  <a:schemeClr val="bg2"/>
                </a:solidFill>
                <a:latin typeface="+mn-lt"/>
                <a:ea typeface="ＭＳ Ｐゴシック" charset="0"/>
                <a:cs typeface="CiscoSans"/>
              </a:defRPr>
            </a:lvl5pPr>
            <a:lvl6pPr marL="1151798" indent="-228592" algn="l" defTabSz="914362" rtl="0" eaLnBrk="1" latinLnBrk="0" hangingPunct="1">
              <a:spcBef>
                <a:spcPts val="800"/>
              </a:spcBef>
              <a:buFont typeface="Arial" pitchFamily="34" charset="0"/>
              <a:buChar char="•"/>
              <a:defRPr sz="12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47781" indent="-228561" algn="l" defTabSz="914362" rtl="0" eaLnBrk="1" latinLnBrk="0" hangingPunct="1">
              <a:spcBef>
                <a:spcPts val="800"/>
              </a:spcBef>
              <a:buFont typeface="Arial" pitchFamily="34" charset="0"/>
              <a:buChar char="•"/>
              <a:defRPr sz="1067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267" indent="0" algn="l" defTabSz="914362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38" indent="-228592" algn="l" defTabSz="91436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 algn="ctr">
              <a:buNone/>
            </a:pPr>
            <a:r>
              <a:rPr lang="en-US" sz="1400">
                <a:solidFill>
                  <a:srgbClr val="07182D"/>
                </a:solidFill>
              </a:rPr>
              <a:t>&lt;Insert Decision Point Content&gt;</a:t>
            </a:r>
          </a:p>
        </p:txBody>
      </p: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BACD67ED-5D0B-C0FF-410E-A01F031AFFFC}"/>
              </a:ext>
            </a:extLst>
          </p:cNvPr>
          <p:cNvCxnSpPr>
            <a:cxnSpLocks/>
          </p:cNvCxnSpPr>
          <p:nvPr/>
        </p:nvCxnSpPr>
        <p:spPr>
          <a:xfrm>
            <a:off x="3857880" y="4464282"/>
            <a:ext cx="1513429" cy="0"/>
          </a:xfrm>
          <a:prstGeom prst="line">
            <a:avLst/>
          </a:prstGeom>
          <a:ln w="12700">
            <a:solidFill>
              <a:schemeClr val="accent4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88C8A231-6228-929C-6921-E5DCF24829F8}"/>
              </a:ext>
            </a:extLst>
          </p:cNvPr>
          <p:cNvCxnSpPr>
            <a:stCxn id="65" idx="2"/>
          </p:cNvCxnSpPr>
          <p:nvPr/>
        </p:nvCxnSpPr>
        <p:spPr>
          <a:xfrm>
            <a:off x="4795250" y="2387525"/>
            <a:ext cx="0" cy="2096812"/>
          </a:xfrm>
          <a:prstGeom prst="line">
            <a:avLst/>
          </a:prstGeom>
          <a:ln w="12700">
            <a:solidFill>
              <a:schemeClr val="accent4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4C841F4C-62D9-4044-97DA-7ECF48613E8F}"/>
              </a:ext>
            </a:extLst>
          </p:cNvPr>
          <p:cNvCxnSpPr>
            <a:cxnSpLocks/>
          </p:cNvCxnSpPr>
          <p:nvPr/>
        </p:nvCxnSpPr>
        <p:spPr>
          <a:xfrm>
            <a:off x="2100722" y="2311176"/>
            <a:ext cx="0" cy="548640"/>
          </a:xfrm>
          <a:prstGeom prst="line">
            <a:avLst/>
          </a:prstGeom>
          <a:ln w="12700">
            <a:solidFill>
              <a:schemeClr val="accent4">
                <a:lumMod val="7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447DB7AA-F307-D559-B580-76548122DB87}"/>
              </a:ext>
            </a:extLst>
          </p:cNvPr>
          <p:cNvCxnSpPr>
            <a:cxnSpLocks/>
          </p:cNvCxnSpPr>
          <p:nvPr/>
        </p:nvCxnSpPr>
        <p:spPr>
          <a:xfrm>
            <a:off x="2101623" y="3523717"/>
            <a:ext cx="0" cy="548640"/>
          </a:xfrm>
          <a:prstGeom prst="line">
            <a:avLst/>
          </a:prstGeom>
          <a:ln w="12700">
            <a:solidFill>
              <a:schemeClr val="accent4">
                <a:lumMod val="7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884B9856-5D53-431C-2049-7C22002879A5}"/>
              </a:ext>
            </a:extLst>
          </p:cNvPr>
          <p:cNvCxnSpPr>
            <a:cxnSpLocks/>
          </p:cNvCxnSpPr>
          <p:nvPr/>
        </p:nvCxnSpPr>
        <p:spPr>
          <a:xfrm>
            <a:off x="2100722" y="4759009"/>
            <a:ext cx="0" cy="548640"/>
          </a:xfrm>
          <a:prstGeom prst="line">
            <a:avLst/>
          </a:prstGeom>
          <a:ln w="12700">
            <a:solidFill>
              <a:schemeClr val="accent4">
                <a:lumMod val="7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Rectangle: Rounded Corners 34">
            <a:extLst>
              <a:ext uri="{FF2B5EF4-FFF2-40B4-BE49-F238E27FC236}">
                <a16:creationId xmlns:a16="http://schemas.microsoft.com/office/drawing/2014/main" id="{10E6D57B-BF19-2DA9-BC58-1C1EABB29E57}"/>
              </a:ext>
            </a:extLst>
          </p:cNvPr>
          <p:cNvSpPr/>
          <p:nvPr/>
        </p:nvSpPr>
        <p:spPr>
          <a:xfrm>
            <a:off x="382497" y="5382592"/>
            <a:ext cx="3474720" cy="604562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07182D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endParaRPr lang="en-US"/>
          </a:p>
        </p:txBody>
      </p:sp>
      <p:sp>
        <p:nvSpPr>
          <p:cNvPr id="94" name="Content Placeholder 2">
            <a:extLst>
              <a:ext uri="{FF2B5EF4-FFF2-40B4-BE49-F238E27FC236}">
                <a16:creationId xmlns:a16="http://schemas.microsoft.com/office/drawing/2014/main" id="{E3B3FFA2-A3BB-85FE-24E9-24CBE3DDEE0B}"/>
              </a:ext>
            </a:extLst>
          </p:cNvPr>
          <p:cNvSpPr txBox="1">
            <a:spLocks/>
          </p:cNvSpPr>
          <p:nvPr/>
        </p:nvSpPr>
        <p:spPr>
          <a:xfrm>
            <a:off x="565481" y="5391387"/>
            <a:ext cx="3091943" cy="595767"/>
          </a:xfrm>
          <a:prstGeom prst="rect">
            <a:avLst/>
          </a:prstGeom>
        </p:spPr>
        <p:txBody>
          <a:bodyPr anchor="ctr">
            <a:noAutofit/>
          </a:bodyPr>
          <a:lstStyle>
            <a:lvl1pPr marL="226482" indent="-226482" algn="l" defTabSz="912276" rtl="0" eaLnBrk="1" fontAlgn="base" hangingPunct="1">
              <a:lnSpc>
                <a:spcPct val="95000"/>
              </a:lnSpc>
              <a:spcBef>
                <a:spcPts val="1433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Arial" charset="0"/>
              <a:buChar char="•"/>
              <a:defRPr lang="en-US" sz="2400" kern="1200" dirty="0">
                <a:solidFill>
                  <a:schemeClr val="bg2"/>
                </a:solidFill>
                <a:latin typeface="+mn-lt"/>
                <a:ea typeface="ＭＳ Ｐゴシック" charset="0"/>
                <a:cs typeface="CiscoSans"/>
              </a:defRPr>
            </a:lvl1pPr>
            <a:lvl2pPr marL="457200" indent="-227013" algn="l" defTabSz="912276" rtl="0" eaLnBrk="1" fontAlgn="base" hangingPunct="1">
              <a:lnSpc>
                <a:spcPct val="95000"/>
              </a:lnSpc>
              <a:spcBef>
                <a:spcPts val="800"/>
              </a:spcBef>
              <a:spcAft>
                <a:spcPct val="0"/>
              </a:spcAft>
              <a:buClr>
                <a:schemeClr val="accent1"/>
              </a:buClr>
              <a:buFont typeface="Arial" charset="0"/>
              <a:buChar char="•"/>
              <a:defRPr lang="en-US" sz="2000" kern="1200" dirty="0">
                <a:solidFill>
                  <a:schemeClr val="bg2"/>
                </a:solidFill>
                <a:latin typeface="+mn-lt"/>
                <a:ea typeface="ＭＳ Ｐゴシック" charset="0"/>
                <a:cs typeface="CiscoSans"/>
              </a:defRPr>
            </a:lvl2pPr>
            <a:lvl3pPr marL="569913" indent="-230188" algn="l" defTabSz="912276" rtl="0" eaLnBrk="1" fontAlgn="base" hangingPunct="1">
              <a:lnSpc>
                <a:spcPct val="95000"/>
              </a:lnSpc>
              <a:spcBef>
                <a:spcPts val="833"/>
              </a:spcBef>
              <a:spcAft>
                <a:spcPct val="0"/>
              </a:spcAft>
              <a:buClr>
                <a:schemeClr val="accent1"/>
              </a:buClr>
              <a:buFont typeface="Arial" charset="0"/>
              <a:buChar char="•"/>
              <a:defRPr lang="en-US" sz="1800" kern="1200" dirty="0">
                <a:solidFill>
                  <a:schemeClr val="bg2"/>
                </a:solidFill>
                <a:latin typeface="+mn-lt"/>
                <a:ea typeface="ＭＳ Ｐゴシック" charset="0"/>
                <a:cs typeface="CiscoSans"/>
              </a:defRPr>
            </a:lvl3pPr>
            <a:lvl4pPr marL="687388" indent="-230188" algn="l" defTabSz="912276" rtl="0" eaLnBrk="1" fontAlgn="base" hangingPunct="1">
              <a:lnSpc>
                <a:spcPct val="95000"/>
              </a:lnSpc>
              <a:spcBef>
                <a:spcPts val="833"/>
              </a:spcBef>
              <a:spcAft>
                <a:spcPct val="0"/>
              </a:spcAft>
              <a:buClr>
                <a:schemeClr val="accent1"/>
              </a:buClr>
              <a:buFont typeface="Arial" charset="0"/>
              <a:buChar char="•"/>
              <a:defRPr lang="en-US" sz="1600" kern="1200" dirty="0">
                <a:solidFill>
                  <a:schemeClr val="bg2"/>
                </a:solidFill>
                <a:latin typeface="+mn-lt"/>
                <a:ea typeface="ＭＳ Ｐゴシック" charset="0"/>
                <a:cs typeface="CiscoSans"/>
              </a:defRPr>
            </a:lvl4pPr>
            <a:lvl5pPr marL="801688" indent="-231775" algn="l" defTabSz="912276" rtl="0" eaLnBrk="1" fontAlgn="base" hangingPunct="1">
              <a:lnSpc>
                <a:spcPct val="95000"/>
              </a:lnSpc>
              <a:spcBef>
                <a:spcPts val="833"/>
              </a:spcBef>
              <a:spcAft>
                <a:spcPct val="0"/>
              </a:spcAft>
              <a:buClr>
                <a:schemeClr val="accent1"/>
              </a:buClr>
              <a:buFont typeface="Arial" charset="0"/>
              <a:buChar char="•"/>
              <a:defRPr lang="en-US" sz="1400" kern="1200" dirty="0">
                <a:solidFill>
                  <a:schemeClr val="bg2"/>
                </a:solidFill>
                <a:latin typeface="+mn-lt"/>
                <a:ea typeface="ＭＳ Ｐゴシック" charset="0"/>
                <a:cs typeface="CiscoSans"/>
              </a:defRPr>
            </a:lvl5pPr>
            <a:lvl6pPr marL="1151798" indent="-228592" algn="l" defTabSz="914362" rtl="0" eaLnBrk="1" latinLnBrk="0" hangingPunct="1">
              <a:spcBef>
                <a:spcPts val="800"/>
              </a:spcBef>
              <a:buFont typeface="Arial" pitchFamily="34" charset="0"/>
              <a:buChar char="•"/>
              <a:defRPr sz="12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47781" indent="-228561" algn="l" defTabSz="914362" rtl="0" eaLnBrk="1" latinLnBrk="0" hangingPunct="1">
              <a:spcBef>
                <a:spcPts val="800"/>
              </a:spcBef>
              <a:buFont typeface="Arial" pitchFamily="34" charset="0"/>
              <a:buChar char="•"/>
              <a:defRPr sz="1067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267" indent="0" algn="l" defTabSz="914362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38" indent="-228592" algn="l" defTabSz="91436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 algn="ctr">
              <a:buNone/>
            </a:pPr>
            <a:r>
              <a:rPr lang="en-US" sz="1400">
                <a:solidFill>
                  <a:srgbClr val="07182D"/>
                </a:solidFill>
              </a:rPr>
              <a:t>&lt;Insert Decision Point Content&gt;</a:t>
            </a:r>
          </a:p>
        </p:txBody>
      </p:sp>
      <p:sp>
        <p:nvSpPr>
          <p:cNvPr id="95" name="Rectangle: Rounded Corners 34">
            <a:extLst>
              <a:ext uri="{FF2B5EF4-FFF2-40B4-BE49-F238E27FC236}">
                <a16:creationId xmlns:a16="http://schemas.microsoft.com/office/drawing/2014/main" id="{7A947950-28F9-A462-A9BC-D5C3754392A6}"/>
              </a:ext>
            </a:extLst>
          </p:cNvPr>
          <p:cNvSpPr/>
          <p:nvPr/>
        </p:nvSpPr>
        <p:spPr>
          <a:xfrm>
            <a:off x="385657" y="6599992"/>
            <a:ext cx="3474720" cy="604562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07182D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endParaRPr lang="en-US"/>
          </a:p>
        </p:txBody>
      </p:sp>
      <p:sp>
        <p:nvSpPr>
          <p:cNvPr id="96" name="Content Placeholder 2">
            <a:extLst>
              <a:ext uri="{FF2B5EF4-FFF2-40B4-BE49-F238E27FC236}">
                <a16:creationId xmlns:a16="http://schemas.microsoft.com/office/drawing/2014/main" id="{190BB598-0B7F-F72F-0BDB-3F072993A6D3}"/>
              </a:ext>
            </a:extLst>
          </p:cNvPr>
          <p:cNvSpPr txBox="1">
            <a:spLocks/>
          </p:cNvSpPr>
          <p:nvPr/>
        </p:nvSpPr>
        <p:spPr>
          <a:xfrm>
            <a:off x="568641" y="6608787"/>
            <a:ext cx="3091943" cy="595767"/>
          </a:xfrm>
          <a:prstGeom prst="rect">
            <a:avLst/>
          </a:prstGeom>
        </p:spPr>
        <p:txBody>
          <a:bodyPr anchor="ctr">
            <a:noAutofit/>
          </a:bodyPr>
          <a:lstStyle>
            <a:lvl1pPr marL="226482" indent="-226482" algn="l" defTabSz="912276" rtl="0" eaLnBrk="1" fontAlgn="base" hangingPunct="1">
              <a:lnSpc>
                <a:spcPct val="95000"/>
              </a:lnSpc>
              <a:spcBef>
                <a:spcPts val="1433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Arial" charset="0"/>
              <a:buChar char="•"/>
              <a:defRPr lang="en-US" sz="2400" kern="1200" dirty="0">
                <a:solidFill>
                  <a:schemeClr val="bg2"/>
                </a:solidFill>
                <a:latin typeface="+mn-lt"/>
                <a:ea typeface="ＭＳ Ｐゴシック" charset="0"/>
                <a:cs typeface="CiscoSans"/>
              </a:defRPr>
            </a:lvl1pPr>
            <a:lvl2pPr marL="457200" indent="-227013" algn="l" defTabSz="912276" rtl="0" eaLnBrk="1" fontAlgn="base" hangingPunct="1">
              <a:lnSpc>
                <a:spcPct val="95000"/>
              </a:lnSpc>
              <a:spcBef>
                <a:spcPts val="800"/>
              </a:spcBef>
              <a:spcAft>
                <a:spcPct val="0"/>
              </a:spcAft>
              <a:buClr>
                <a:schemeClr val="accent1"/>
              </a:buClr>
              <a:buFont typeface="Arial" charset="0"/>
              <a:buChar char="•"/>
              <a:defRPr lang="en-US" sz="2000" kern="1200" dirty="0">
                <a:solidFill>
                  <a:schemeClr val="bg2"/>
                </a:solidFill>
                <a:latin typeface="+mn-lt"/>
                <a:ea typeface="ＭＳ Ｐゴシック" charset="0"/>
                <a:cs typeface="CiscoSans"/>
              </a:defRPr>
            </a:lvl2pPr>
            <a:lvl3pPr marL="569913" indent="-230188" algn="l" defTabSz="912276" rtl="0" eaLnBrk="1" fontAlgn="base" hangingPunct="1">
              <a:lnSpc>
                <a:spcPct val="95000"/>
              </a:lnSpc>
              <a:spcBef>
                <a:spcPts val="833"/>
              </a:spcBef>
              <a:spcAft>
                <a:spcPct val="0"/>
              </a:spcAft>
              <a:buClr>
                <a:schemeClr val="accent1"/>
              </a:buClr>
              <a:buFont typeface="Arial" charset="0"/>
              <a:buChar char="•"/>
              <a:defRPr lang="en-US" sz="1800" kern="1200" dirty="0">
                <a:solidFill>
                  <a:schemeClr val="bg2"/>
                </a:solidFill>
                <a:latin typeface="+mn-lt"/>
                <a:ea typeface="ＭＳ Ｐゴシック" charset="0"/>
                <a:cs typeface="CiscoSans"/>
              </a:defRPr>
            </a:lvl3pPr>
            <a:lvl4pPr marL="687388" indent="-230188" algn="l" defTabSz="912276" rtl="0" eaLnBrk="1" fontAlgn="base" hangingPunct="1">
              <a:lnSpc>
                <a:spcPct val="95000"/>
              </a:lnSpc>
              <a:spcBef>
                <a:spcPts val="833"/>
              </a:spcBef>
              <a:spcAft>
                <a:spcPct val="0"/>
              </a:spcAft>
              <a:buClr>
                <a:schemeClr val="accent1"/>
              </a:buClr>
              <a:buFont typeface="Arial" charset="0"/>
              <a:buChar char="•"/>
              <a:defRPr lang="en-US" sz="1600" kern="1200" dirty="0">
                <a:solidFill>
                  <a:schemeClr val="bg2"/>
                </a:solidFill>
                <a:latin typeface="+mn-lt"/>
                <a:ea typeface="ＭＳ Ｐゴシック" charset="0"/>
                <a:cs typeface="CiscoSans"/>
              </a:defRPr>
            </a:lvl4pPr>
            <a:lvl5pPr marL="801688" indent="-231775" algn="l" defTabSz="912276" rtl="0" eaLnBrk="1" fontAlgn="base" hangingPunct="1">
              <a:lnSpc>
                <a:spcPct val="95000"/>
              </a:lnSpc>
              <a:spcBef>
                <a:spcPts val="833"/>
              </a:spcBef>
              <a:spcAft>
                <a:spcPct val="0"/>
              </a:spcAft>
              <a:buClr>
                <a:schemeClr val="accent1"/>
              </a:buClr>
              <a:buFont typeface="Arial" charset="0"/>
              <a:buChar char="•"/>
              <a:defRPr lang="en-US" sz="1400" kern="1200" dirty="0">
                <a:solidFill>
                  <a:schemeClr val="bg2"/>
                </a:solidFill>
                <a:latin typeface="+mn-lt"/>
                <a:ea typeface="ＭＳ Ｐゴシック" charset="0"/>
                <a:cs typeface="CiscoSans"/>
              </a:defRPr>
            </a:lvl5pPr>
            <a:lvl6pPr marL="1151798" indent="-228592" algn="l" defTabSz="914362" rtl="0" eaLnBrk="1" latinLnBrk="0" hangingPunct="1">
              <a:spcBef>
                <a:spcPts val="800"/>
              </a:spcBef>
              <a:buFont typeface="Arial" pitchFamily="34" charset="0"/>
              <a:buChar char="•"/>
              <a:defRPr sz="12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47781" indent="-228561" algn="l" defTabSz="914362" rtl="0" eaLnBrk="1" latinLnBrk="0" hangingPunct="1">
              <a:spcBef>
                <a:spcPts val="800"/>
              </a:spcBef>
              <a:buFont typeface="Arial" pitchFamily="34" charset="0"/>
              <a:buChar char="•"/>
              <a:defRPr sz="1067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267" indent="0" algn="l" defTabSz="914362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38" indent="-228592" algn="l" defTabSz="91436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 algn="ctr">
              <a:buNone/>
            </a:pPr>
            <a:r>
              <a:rPr lang="en-US" sz="1400">
                <a:solidFill>
                  <a:srgbClr val="07182D"/>
                </a:solidFill>
              </a:rPr>
              <a:t>&lt;Insert Decision Point Content&gt;</a:t>
            </a:r>
          </a:p>
        </p:txBody>
      </p:sp>
      <p:cxnSp>
        <p:nvCxnSpPr>
          <p:cNvPr id="100" name="Straight Connector 99">
            <a:extLst>
              <a:ext uri="{FF2B5EF4-FFF2-40B4-BE49-F238E27FC236}">
                <a16:creationId xmlns:a16="http://schemas.microsoft.com/office/drawing/2014/main" id="{C637BA29-3131-9991-636A-74BD7E1EC33C}"/>
              </a:ext>
            </a:extLst>
          </p:cNvPr>
          <p:cNvCxnSpPr>
            <a:cxnSpLocks/>
          </p:cNvCxnSpPr>
          <p:nvPr/>
        </p:nvCxnSpPr>
        <p:spPr>
          <a:xfrm>
            <a:off x="2105401" y="5969262"/>
            <a:ext cx="0" cy="548640"/>
          </a:xfrm>
          <a:prstGeom prst="line">
            <a:avLst/>
          </a:prstGeom>
          <a:ln w="12700">
            <a:solidFill>
              <a:schemeClr val="accent4">
                <a:lumMod val="7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Connector 100">
            <a:extLst>
              <a:ext uri="{FF2B5EF4-FFF2-40B4-BE49-F238E27FC236}">
                <a16:creationId xmlns:a16="http://schemas.microsoft.com/office/drawing/2014/main" id="{B40C3741-2F3A-DAED-5DF7-AE2F7E013ECF}"/>
              </a:ext>
            </a:extLst>
          </p:cNvPr>
          <p:cNvCxnSpPr>
            <a:cxnSpLocks/>
          </p:cNvCxnSpPr>
          <p:nvPr/>
        </p:nvCxnSpPr>
        <p:spPr>
          <a:xfrm>
            <a:off x="2104500" y="7204554"/>
            <a:ext cx="0" cy="548640"/>
          </a:xfrm>
          <a:prstGeom prst="line">
            <a:avLst/>
          </a:prstGeom>
          <a:ln w="12700">
            <a:solidFill>
              <a:schemeClr val="accent4">
                <a:lumMod val="75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9" name="Group 108">
            <a:extLst>
              <a:ext uri="{FF2B5EF4-FFF2-40B4-BE49-F238E27FC236}">
                <a16:creationId xmlns:a16="http://schemas.microsoft.com/office/drawing/2014/main" id="{F49E7B20-0B9B-71AE-B32E-26A6015A1CFB}"/>
              </a:ext>
            </a:extLst>
          </p:cNvPr>
          <p:cNvGrpSpPr/>
          <p:nvPr/>
        </p:nvGrpSpPr>
        <p:grpSpPr>
          <a:xfrm flipV="1">
            <a:off x="4031290" y="4427114"/>
            <a:ext cx="765801" cy="2466807"/>
            <a:chOff x="-1211059" y="5872909"/>
            <a:chExt cx="765801" cy="2466807"/>
          </a:xfrm>
        </p:grpSpPr>
        <p:sp>
          <p:nvSpPr>
            <p:cNvPr id="102" name="Arc 101">
              <a:extLst>
                <a:ext uri="{FF2B5EF4-FFF2-40B4-BE49-F238E27FC236}">
                  <a16:creationId xmlns:a16="http://schemas.microsoft.com/office/drawing/2014/main" id="{8670C28C-7FE3-11DE-3763-262FEBC8FF46}"/>
                </a:ext>
              </a:extLst>
            </p:cNvPr>
            <p:cNvSpPr/>
            <p:nvPr/>
          </p:nvSpPr>
          <p:spPr>
            <a:xfrm>
              <a:off x="-1185822" y="5872909"/>
              <a:ext cx="739990" cy="739990"/>
            </a:xfrm>
            <a:prstGeom prst="arc">
              <a:avLst/>
            </a:prstGeom>
            <a:ln w="12700">
              <a:solidFill>
                <a:schemeClr val="accent4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7" name="Arc 106">
              <a:extLst>
                <a:ext uri="{FF2B5EF4-FFF2-40B4-BE49-F238E27FC236}">
                  <a16:creationId xmlns:a16="http://schemas.microsoft.com/office/drawing/2014/main" id="{3778CF0A-5473-FF91-EB5B-423A297D505F}"/>
                </a:ext>
              </a:extLst>
            </p:cNvPr>
            <p:cNvSpPr/>
            <p:nvPr/>
          </p:nvSpPr>
          <p:spPr>
            <a:xfrm>
              <a:off x="-1211059" y="7067804"/>
              <a:ext cx="765801" cy="739990"/>
            </a:xfrm>
            <a:prstGeom prst="arc">
              <a:avLst/>
            </a:prstGeom>
            <a:ln w="12700">
              <a:solidFill>
                <a:schemeClr val="accent4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08" name="Straight Connector 107">
              <a:extLst>
                <a:ext uri="{FF2B5EF4-FFF2-40B4-BE49-F238E27FC236}">
                  <a16:creationId xmlns:a16="http://schemas.microsoft.com/office/drawing/2014/main" id="{1D965DF3-1CC4-4150-A4B1-F8879C71F041}"/>
                </a:ext>
              </a:extLst>
            </p:cNvPr>
            <p:cNvCxnSpPr>
              <a:stCxn id="102" idx="2"/>
            </p:cNvCxnSpPr>
            <p:nvPr/>
          </p:nvCxnSpPr>
          <p:spPr>
            <a:xfrm>
              <a:off x="-445832" y="6242904"/>
              <a:ext cx="0" cy="2096812"/>
            </a:xfrm>
            <a:prstGeom prst="line">
              <a:avLst/>
            </a:prstGeom>
            <a:ln w="12700">
              <a:solidFill>
                <a:schemeClr val="accent4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15" name="Straight Connector 114">
            <a:extLst>
              <a:ext uri="{FF2B5EF4-FFF2-40B4-BE49-F238E27FC236}">
                <a16:creationId xmlns:a16="http://schemas.microsoft.com/office/drawing/2014/main" id="{64DBE88F-5AA1-049A-6D61-9F9F615BE348}"/>
              </a:ext>
            </a:extLst>
          </p:cNvPr>
          <p:cNvCxnSpPr>
            <a:cxnSpLocks/>
            <a:stCxn id="63" idx="3"/>
          </p:cNvCxnSpPr>
          <p:nvPr/>
        </p:nvCxnSpPr>
        <p:spPr>
          <a:xfrm flipV="1">
            <a:off x="3853439" y="3239058"/>
            <a:ext cx="577389" cy="270"/>
          </a:xfrm>
          <a:prstGeom prst="line">
            <a:avLst/>
          </a:prstGeom>
          <a:ln w="12700">
            <a:solidFill>
              <a:schemeClr val="accent4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Straight Connector 124">
            <a:extLst>
              <a:ext uri="{FF2B5EF4-FFF2-40B4-BE49-F238E27FC236}">
                <a16:creationId xmlns:a16="http://schemas.microsoft.com/office/drawing/2014/main" id="{C9837454-A089-F570-E587-08D3EAE7D7FE}"/>
              </a:ext>
            </a:extLst>
          </p:cNvPr>
          <p:cNvCxnSpPr>
            <a:cxnSpLocks/>
            <a:stCxn id="38" idx="3"/>
          </p:cNvCxnSpPr>
          <p:nvPr/>
        </p:nvCxnSpPr>
        <p:spPr>
          <a:xfrm>
            <a:off x="3853439" y="2017530"/>
            <a:ext cx="581163" cy="558"/>
          </a:xfrm>
          <a:prstGeom prst="line">
            <a:avLst/>
          </a:prstGeom>
          <a:ln w="12700">
            <a:solidFill>
              <a:schemeClr val="accent4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Straight Connector 128">
            <a:extLst>
              <a:ext uri="{FF2B5EF4-FFF2-40B4-BE49-F238E27FC236}">
                <a16:creationId xmlns:a16="http://schemas.microsoft.com/office/drawing/2014/main" id="{0C0B60EE-A229-3C2F-9686-EAB82AD312C2}"/>
              </a:ext>
            </a:extLst>
          </p:cNvPr>
          <p:cNvCxnSpPr>
            <a:cxnSpLocks/>
          </p:cNvCxnSpPr>
          <p:nvPr/>
        </p:nvCxnSpPr>
        <p:spPr>
          <a:xfrm>
            <a:off x="3886200" y="6892317"/>
            <a:ext cx="540782" cy="0"/>
          </a:xfrm>
          <a:prstGeom prst="line">
            <a:avLst/>
          </a:prstGeom>
          <a:ln w="12700">
            <a:solidFill>
              <a:schemeClr val="accent4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Straight Connector 129">
            <a:extLst>
              <a:ext uri="{FF2B5EF4-FFF2-40B4-BE49-F238E27FC236}">
                <a16:creationId xmlns:a16="http://schemas.microsoft.com/office/drawing/2014/main" id="{86CAC338-8433-0ED3-C945-765565F84FC0}"/>
              </a:ext>
            </a:extLst>
          </p:cNvPr>
          <p:cNvCxnSpPr>
            <a:cxnSpLocks/>
          </p:cNvCxnSpPr>
          <p:nvPr/>
        </p:nvCxnSpPr>
        <p:spPr>
          <a:xfrm>
            <a:off x="3864168" y="5699772"/>
            <a:ext cx="561087" cy="0"/>
          </a:xfrm>
          <a:prstGeom prst="line">
            <a:avLst/>
          </a:prstGeom>
          <a:ln w="12700">
            <a:solidFill>
              <a:schemeClr val="accent4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4" name="Octagon 153">
            <a:extLst>
              <a:ext uri="{FF2B5EF4-FFF2-40B4-BE49-F238E27FC236}">
                <a16:creationId xmlns:a16="http://schemas.microsoft.com/office/drawing/2014/main" id="{DA29ECC9-5688-4124-D57B-2DEEC7EB3D12}"/>
              </a:ext>
            </a:extLst>
          </p:cNvPr>
          <p:cNvSpPr/>
          <p:nvPr/>
        </p:nvSpPr>
        <p:spPr>
          <a:xfrm>
            <a:off x="5379952" y="3577368"/>
            <a:ext cx="1701800" cy="1727200"/>
          </a:xfrm>
          <a:prstGeom prst="octagon">
            <a:avLst/>
          </a:prstGeom>
          <a:noFill/>
          <a:ln w="12700">
            <a:solidFill>
              <a:srgbClr val="D73E45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endParaRPr lang="en-US"/>
          </a:p>
        </p:txBody>
      </p:sp>
      <p:sp>
        <p:nvSpPr>
          <p:cNvPr id="155" name="Content Placeholder 2">
            <a:extLst>
              <a:ext uri="{FF2B5EF4-FFF2-40B4-BE49-F238E27FC236}">
                <a16:creationId xmlns:a16="http://schemas.microsoft.com/office/drawing/2014/main" id="{C83B61BE-E912-48D3-8F28-3D06519C0420}"/>
              </a:ext>
            </a:extLst>
          </p:cNvPr>
          <p:cNvSpPr txBox="1">
            <a:spLocks/>
          </p:cNvSpPr>
          <p:nvPr/>
        </p:nvSpPr>
        <p:spPr>
          <a:xfrm>
            <a:off x="5460204" y="3747409"/>
            <a:ext cx="1605016" cy="1375206"/>
          </a:xfrm>
          <a:prstGeom prst="rect">
            <a:avLst/>
          </a:prstGeom>
        </p:spPr>
        <p:txBody>
          <a:bodyPr anchor="ctr">
            <a:noAutofit/>
          </a:bodyPr>
          <a:lstStyle>
            <a:lvl1pPr marL="226482" indent="-226482" algn="l" defTabSz="912276" rtl="0" eaLnBrk="1" fontAlgn="base" hangingPunct="1">
              <a:lnSpc>
                <a:spcPct val="95000"/>
              </a:lnSpc>
              <a:spcBef>
                <a:spcPts val="1433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Arial" charset="0"/>
              <a:buChar char="•"/>
              <a:defRPr lang="en-US" sz="2400" kern="1200" dirty="0">
                <a:solidFill>
                  <a:schemeClr val="bg2"/>
                </a:solidFill>
                <a:latin typeface="+mn-lt"/>
                <a:ea typeface="ＭＳ Ｐゴシック" charset="0"/>
                <a:cs typeface="CiscoSans"/>
              </a:defRPr>
            </a:lvl1pPr>
            <a:lvl2pPr marL="457200" indent="-227013" algn="l" defTabSz="912276" rtl="0" eaLnBrk="1" fontAlgn="base" hangingPunct="1">
              <a:lnSpc>
                <a:spcPct val="95000"/>
              </a:lnSpc>
              <a:spcBef>
                <a:spcPts val="800"/>
              </a:spcBef>
              <a:spcAft>
                <a:spcPct val="0"/>
              </a:spcAft>
              <a:buClr>
                <a:schemeClr val="accent1"/>
              </a:buClr>
              <a:buFont typeface="Arial" charset="0"/>
              <a:buChar char="•"/>
              <a:defRPr lang="en-US" sz="2000" kern="1200" dirty="0">
                <a:solidFill>
                  <a:schemeClr val="bg2"/>
                </a:solidFill>
                <a:latin typeface="+mn-lt"/>
                <a:ea typeface="ＭＳ Ｐゴシック" charset="0"/>
                <a:cs typeface="CiscoSans"/>
              </a:defRPr>
            </a:lvl2pPr>
            <a:lvl3pPr marL="569913" indent="-230188" algn="l" defTabSz="912276" rtl="0" eaLnBrk="1" fontAlgn="base" hangingPunct="1">
              <a:lnSpc>
                <a:spcPct val="95000"/>
              </a:lnSpc>
              <a:spcBef>
                <a:spcPts val="833"/>
              </a:spcBef>
              <a:spcAft>
                <a:spcPct val="0"/>
              </a:spcAft>
              <a:buClr>
                <a:schemeClr val="accent1"/>
              </a:buClr>
              <a:buFont typeface="Arial" charset="0"/>
              <a:buChar char="•"/>
              <a:defRPr lang="en-US" sz="1800" kern="1200" dirty="0">
                <a:solidFill>
                  <a:schemeClr val="bg2"/>
                </a:solidFill>
                <a:latin typeface="+mn-lt"/>
                <a:ea typeface="ＭＳ Ｐゴシック" charset="0"/>
                <a:cs typeface="CiscoSans"/>
              </a:defRPr>
            </a:lvl3pPr>
            <a:lvl4pPr marL="687388" indent="-230188" algn="l" defTabSz="912276" rtl="0" eaLnBrk="1" fontAlgn="base" hangingPunct="1">
              <a:lnSpc>
                <a:spcPct val="95000"/>
              </a:lnSpc>
              <a:spcBef>
                <a:spcPts val="833"/>
              </a:spcBef>
              <a:spcAft>
                <a:spcPct val="0"/>
              </a:spcAft>
              <a:buClr>
                <a:schemeClr val="accent1"/>
              </a:buClr>
              <a:buFont typeface="Arial" charset="0"/>
              <a:buChar char="•"/>
              <a:defRPr lang="en-US" sz="1600" kern="1200" dirty="0">
                <a:solidFill>
                  <a:schemeClr val="bg2"/>
                </a:solidFill>
                <a:latin typeface="+mn-lt"/>
                <a:ea typeface="ＭＳ Ｐゴシック" charset="0"/>
                <a:cs typeface="CiscoSans"/>
              </a:defRPr>
            </a:lvl4pPr>
            <a:lvl5pPr marL="801688" indent="-231775" algn="l" defTabSz="912276" rtl="0" eaLnBrk="1" fontAlgn="base" hangingPunct="1">
              <a:lnSpc>
                <a:spcPct val="95000"/>
              </a:lnSpc>
              <a:spcBef>
                <a:spcPts val="833"/>
              </a:spcBef>
              <a:spcAft>
                <a:spcPct val="0"/>
              </a:spcAft>
              <a:buClr>
                <a:schemeClr val="accent1"/>
              </a:buClr>
              <a:buFont typeface="Arial" charset="0"/>
              <a:buChar char="•"/>
              <a:defRPr lang="en-US" sz="1400" kern="1200" dirty="0">
                <a:solidFill>
                  <a:schemeClr val="bg2"/>
                </a:solidFill>
                <a:latin typeface="+mn-lt"/>
                <a:ea typeface="ＭＳ Ｐゴシック" charset="0"/>
                <a:cs typeface="CiscoSans"/>
              </a:defRPr>
            </a:lvl5pPr>
            <a:lvl6pPr marL="1151798" indent="-228592" algn="l" defTabSz="914362" rtl="0" eaLnBrk="1" latinLnBrk="0" hangingPunct="1">
              <a:spcBef>
                <a:spcPts val="800"/>
              </a:spcBef>
              <a:buFont typeface="Arial" pitchFamily="34" charset="0"/>
              <a:buChar char="•"/>
              <a:defRPr sz="12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47781" indent="-228561" algn="l" defTabSz="914362" rtl="0" eaLnBrk="1" latinLnBrk="0" hangingPunct="1">
              <a:spcBef>
                <a:spcPts val="800"/>
              </a:spcBef>
              <a:buFont typeface="Arial" pitchFamily="34" charset="0"/>
              <a:buChar char="•"/>
              <a:defRPr sz="1067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267" indent="0" algn="l" defTabSz="914362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38" indent="-228592" algn="l" defTabSz="91436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 algn="ctr">
              <a:buNone/>
            </a:pPr>
            <a:r>
              <a:rPr lang="en-US" sz="1600">
                <a:solidFill>
                  <a:srgbClr val="07182D"/>
                </a:solidFill>
              </a:rPr>
              <a:t>&lt;Insert Stop Point Verbiage&gt;</a:t>
            </a:r>
          </a:p>
        </p:txBody>
      </p:sp>
      <p:sp>
        <p:nvSpPr>
          <p:cNvPr id="156" name="TextBox 155">
            <a:extLst>
              <a:ext uri="{FF2B5EF4-FFF2-40B4-BE49-F238E27FC236}">
                <a16:creationId xmlns:a16="http://schemas.microsoft.com/office/drawing/2014/main" id="{4A4052A2-248E-888C-7CB5-072569EBD3EE}"/>
              </a:ext>
            </a:extLst>
          </p:cNvPr>
          <p:cNvSpPr txBox="1"/>
          <p:nvPr/>
        </p:nvSpPr>
        <p:spPr>
          <a:xfrm>
            <a:off x="1855273" y="2419833"/>
            <a:ext cx="492443" cy="254361"/>
          </a:xfrm>
          <a:prstGeom prst="rect">
            <a:avLst/>
          </a:prstGeom>
          <a:solidFill>
            <a:schemeClr val="bg2"/>
          </a:solidFill>
        </p:spPr>
        <p:txBody>
          <a:bodyPr wrap="none" rtlCol="0" anchor="ctr">
            <a:noAutofit/>
          </a:bodyPr>
          <a:lstStyle/>
          <a:p>
            <a:pPr algn="ctr"/>
            <a:r>
              <a:rPr lang="en-US" sz="1400" dirty="0">
                <a:solidFill>
                  <a:schemeClr val="accent2"/>
                </a:solidFill>
                <a:latin typeface="CiscoSansTT" panose="020B0503020201020303" pitchFamily="34" charset="0"/>
                <a:cs typeface="CiscoSansTT" panose="020B0503020201020303" pitchFamily="34" charset="0"/>
              </a:rPr>
              <a:t>Yes</a:t>
            </a:r>
          </a:p>
        </p:txBody>
      </p:sp>
      <p:sp>
        <p:nvSpPr>
          <p:cNvPr id="157" name="TextBox 156">
            <a:extLst>
              <a:ext uri="{FF2B5EF4-FFF2-40B4-BE49-F238E27FC236}">
                <a16:creationId xmlns:a16="http://schemas.microsoft.com/office/drawing/2014/main" id="{B8B0FDF2-9DAA-E2A9-72E9-4537D0639AE3}"/>
              </a:ext>
            </a:extLst>
          </p:cNvPr>
          <p:cNvSpPr txBox="1"/>
          <p:nvPr/>
        </p:nvSpPr>
        <p:spPr>
          <a:xfrm>
            <a:off x="1862469" y="3623699"/>
            <a:ext cx="492443" cy="254361"/>
          </a:xfrm>
          <a:prstGeom prst="rect">
            <a:avLst/>
          </a:prstGeom>
          <a:solidFill>
            <a:schemeClr val="bg2"/>
          </a:solidFill>
        </p:spPr>
        <p:txBody>
          <a:bodyPr wrap="none" rtlCol="0" anchor="ctr">
            <a:noAutofit/>
          </a:bodyPr>
          <a:lstStyle/>
          <a:p>
            <a:pPr algn="ctr"/>
            <a:r>
              <a:rPr lang="en-US" sz="1400">
                <a:solidFill>
                  <a:schemeClr val="accent2"/>
                </a:solidFill>
                <a:latin typeface="CiscoSansTT" panose="020B0503020201020303" pitchFamily="34" charset="0"/>
                <a:cs typeface="CiscoSansTT" panose="020B0503020201020303" pitchFamily="34" charset="0"/>
              </a:rPr>
              <a:t>Yes</a:t>
            </a:r>
          </a:p>
        </p:txBody>
      </p:sp>
      <p:sp>
        <p:nvSpPr>
          <p:cNvPr id="158" name="TextBox 157">
            <a:extLst>
              <a:ext uri="{FF2B5EF4-FFF2-40B4-BE49-F238E27FC236}">
                <a16:creationId xmlns:a16="http://schemas.microsoft.com/office/drawing/2014/main" id="{5F487AF2-5373-5062-3CB1-A3F9474819B9}"/>
              </a:ext>
            </a:extLst>
          </p:cNvPr>
          <p:cNvSpPr txBox="1"/>
          <p:nvPr/>
        </p:nvSpPr>
        <p:spPr>
          <a:xfrm>
            <a:off x="1852896" y="4862005"/>
            <a:ext cx="492443" cy="254361"/>
          </a:xfrm>
          <a:prstGeom prst="rect">
            <a:avLst/>
          </a:prstGeom>
          <a:solidFill>
            <a:schemeClr val="bg2"/>
          </a:solidFill>
        </p:spPr>
        <p:txBody>
          <a:bodyPr wrap="none" rtlCol="0" anchor="ctr">
            <a:noAutofit/>
          </a:bodyPr>
          <a:lstStyle/>
          <a:p>
            <a:pPr algn="ctr"/>
            <a:r>
              <a:rPr lang="en-US" sz="1400">
                <a:solidFill>
                  <a:schemeClr val="accent2"/>
                </a:solidFill>
                <a:latin typeface="CiscoSansTT" panose="020B0503020201020303" pitchFamily="34" charset="0"/>
                <a:cs typeface="CiscoSansTT" panose="020B0503020201020303" pitchFamily="34" charset="0"/>
              </a:rPr>
              <a:t>Yes</a:t>
            </a:r>
          </a:p>
        </p:txBody>
      </p:sp>
      <p:sp>
        <p:nvSpPr>
          <p:cNvPr id="159" name="TextBox 158">
            <a:extLst>
              <a:ext uri="{FF2B5EF4-FFF2-40B4-BE49-F238E27FC236}">
                <a16:creationId xmlns:a16="http://schemas.microsoft.com/office/drawing/2014/main" id="{60104B97-D577-8A2B-BC73-4F957D499562}"/>
              </a:ext>
            </a:extLst>
          </p:cNvPr>
          <p:cNvSpPr txBox="1"/>
          <p:nvPr/>
        </p:nvSpPr>
        <p:spPr>
          <a:xfrm>
            <a:off x="1862469" y="6062097"/>
            <a:ext cx="492443" cy="254361"/>
          </a:xfrm>
          <a:prstGeom prst="rect">
            <a:avLst/>
          </a:prstGeom>
          <a:solidFill>
            <a:schemeClr val="bg2"/>
          </a:solidFill>
        </p:spPr>
        <p:txBody>
          <a:bodyPr wrap="none" rtlCol="0" anchor="ctr">
            <a:noAutofit/>
          </a:bodyPr>
          <a:lstStyle/>
          <a:p>
            <a:pPr algn="ctr"/>
            <a:r>
              <a:rPr lang="en-US" sz="1400">
                <a:solidFill>
                  <a:schemeClr val="accent2"/>
                </a:solidFill>
                <a:latin typeface="CiscoSansTT" panose="020B0503020201020303" pitchFamily="34" charset="0"/>
                <a:cs typeface="CiscoSansTT" panose="020B0503020201020303" pitchFamily="34" charset="0"/>
              </a:rPr>
              <a:t>Yes</a:t>
            </a:r>
          </a:p>
        </p:txBody>
      </p:sp>
      <p:sp>
        <p:nvSpPr>
          <p:cNvPr id="160" name="TextBox 159">
            <a:extLst>
              <a:ext uri="{FF2B5EF4-FFF2-40B4-BE49-F238E27FC236}">
                <a16:creationId xmlns:a16="http://schemas.microsoft.com/office/drawing/2014/main" id="{B9ADD39D-A445-0FB6-7C01-B5A62AF7A1AA}"/>
              </a:ext>
            </a:extLst>
          </p:cNvPr>
          <p:cNvSpPr txBox="1"/>
          <p:nvPr/>
        </p:nvSpPr>
        <p:spPr>
          <a:xfrm>
            <a:off x="1852896" y="7300403"/>
            <a:ext cx="492443" cy="254361"/>
          </a:xfrm>
          <a:prstGeom prst="rect">
            <a:avLst/>
          </a:prstGeom>
          <a:solidFill>
            <a:schemeClr val="bg2"/>
          </a:solidFill>
        </p:spPr>
        <p:txBody>
          <a:bodyPr wrap="none" rtlCol="0" anchor="ctr">
            <a:noAutofit/>
          </a:bodyPr>
          <a:lstStyle/>
          <a:p>
            <a:pPr algn="ctr"/>
            <a:r>
              <a:rPr lang="en-US" sz="1400" dirty="0">
                <a:solidFill>
                  <a:srgbClr val="D73E45"/>
                </a:solidFill>
                <a:latin typeface="CiscoSansTT" panose="020B0503020201020303" pitchFamily="34" charset="0"/>
                <a:cs typeface="CiscoSansTT" panose="020B0503020201020303" pitchFamily="34" charset="0"/>
              </a:rPr>
              <a:t>No</a:t>
            </a:r>
          </a:p>
        </p:txBody>
      </p:sp>
      <p:sp>
        <p:nvSpPr>
          <p:cNvPr id="161" name="TextBox 160">
            <a:extLst>
              <a:ext uri="{FF2B5EF4-FFF2-40B4-BE49-F238E27FC236}">
                <a16:creationId xmlns:a16="http://schemas.microsoft.com/office/drawing/2014/main" id="{ED3404ED-3AC9-30F7-6CEB-38F3167658D0}"/>
              </a:ext>
            </a:extLst>
          </p:cNvPr>
          <p:cNvSpPr txBox="1"/>
          <p:nvPr/>
        </p:nvSpPr>
        <p:spPr>
          <a:xfrm>
            <a:off x="4031292" y="3115391"/>
            <a:ext cx="336345" cy="254361"/>
          </a:xfrm>
          <a:prstGeom prst="rect">
            <a:avLst/>
          </a:prstGeom>
          <a:solidFill>
            <a:schemeClr val="bg2"/>
          </a:solidFill>
        </p:spPr>
        <p:txBody>
          <a:bodyPr wrap="none" rtlCol="0" anchor="ctr">
            <a:noAutofit/>
          </a:bodyPr>
          <a:lstStyle/>
          <a:p>
            <a:pPr algn="ctr"/>
            <a:r>
              <a:rPr lang="en-US" sz="1400">
                <a:solidFill>
                  <a:srgbClr val="D73E45"/>
                </a:solidFill>
                <a:latin typeface="CiscoSansTT" panose="020B0503020201020303" pitchFamily="34" charset="0"/>
                <a:cs typeface="CiscoSansTT" panose="020B0503020201020303" pitchFamily="34" charset="0"/>
              </a:rPr>
              <a:t>No</a:t>
            </a:r>
          </a:p>
        </p:txBody>
      </p:sp>
      <p:sp>
        <p:nvSpPr>
          <p:cNvPr id="162" name="TextBox 161">
            <a:extLst>
              <a:ext uri="{FF2B5EF4-FFF2-40B4-BE49-F238E27FC236}">
                <a16:creationId xmlns:a16="http://schemas.microsoft.com/office/drawing/2014/main" id="{059ABFD9-6CD9-38CD-51B2-903905A871B3}"/>
              </a:ext>
            </a:extLst>
          </p:cNvPr>
          <p:cNvSpPr txBox="1"/>
          <p:nvPr/>
        </p:nvSpPr>
        <p:spPr>
          <a:xfrm>
            <a:off x="4031291" y="5575807"/>
            <a:ext cx="336345" cy="254361"/>
          </a:xfrm>
          <a:prstGeom prst="rect">
            <a:avLst/>
          </a:prstGeom>
          <a:solidFill>
            <a:schemeClr val="bg2"/>
          </a:solidFill>
        </p:spPr>
        <p:txBody>
          <a:bodyPr wrap="none" rtlCol="0" anchor="ctr">
            <a:noAutofit/>
          </a:bodyPr>
          <a:lstStyle/>
          <a:p>
            <a:pPr algn="ctr"/>
            <a:r>
              <a:rPr lang="en-US" sz="1400">
                <a:solidFill>
                  <a:srgbClr val="D73E45"/>
                </a:solidFill>
                <a:latin typeface="CiscoSansTT" panose="020B0503020201020303" pitchFamily="34" charset="0"/>
                <a:cs typeface="CiscoSansTT" panose="020B0503020201020303" pitchFamily="34" charset="0"/>
              </a:rPr>
              <a:t>No</a:t>
            </a:r>
          </a:p>
        </p:txBody>
      </p:sp>
      <p:sp>
        <p:nvSpPr>
          <p:cNvPr id="163" name="TextBox 162">
            <a:extLst>
              <a:ext uri="{FF2B5EF4-FFF2-40B4-BE49-F238E27FC236}">
                <a16:creationId xmlns:a16="http://schemas.microsoft.com/office/drawing/2014/main" id="{6B97BD84-D05A-6D65-8E4C-E801D712E82B}"/>
              </a:ext>
            </a:extLst>
          </p:cNvPr>
          <p:cNvSpPr txBox="1"/>
          <p:nvPr/>
        </p:nvSpPr>
        <p:spPr>
          <a:xfrm>
            <a:off x="4029842" y="4329547"/>
            <a:ext cx="336345" cy="254361"/>
          </a:xfrm>
          <a:prstGeom prst="rect">
            <a:avLst/>
          </a:prstGeom>
          <a:solidFill>
            <a:schemeClr val="bg2"/>
          </a:solidFill>
        </p:spPr>
        <p:txBody>
          <a:bodyPr wrap="none" rtlCol="0" anchor="ctr">
            <a:noAutofit/>
          </a:bodyPr>
          <a:lstStyle/>
          <a:p>
            <a:pPr algn="ctr"/>
            <a:r>
              <a:rPr lang="en-US" sz="1400">
                <a:solidFill>
                  <a:srgbClr val="D73E45"/>
                </a:solidFill>
                <a:latin typeface="CiscoSansTT" panose="020B0503020201020303" pitchFamily="34" charset="0"/>
                <a:cs typeface="CiscoSansTT" panose="020B0503020201020303" pitchFamily="34" charset="0"/>
              </a:rPr>
              <a:t>No</a:t>
            </a:r>
          </a:p>
        </p:txBody>
      </p:sp>
      <p:sp>
        <p:nvSpPr>
          <p:cNvPr id="164" name="TextBox 163">
            <a:extLst>
              <a:ext uri="{FF2B5EF4-FFF2-40B4-BE49-F238E27FC236}">
                <a16:creationId xmlns:a16="http://schemas.microsoft.com/office/drawing/2014/main" id="{8CA3501E-7DE5-66EB-0C3F-B2B5D8A62694}"/>
              </a:ext>
            </a:extLst>
          </p:cNvPr>
          <p:cNvSpPr txBox="1"/>
          <p:nvPr/>
        </p:nvSpPr>
        <p:spPr>
          <a:xfrm>
            <a:off x="4029842" y="1892324"/>
            <a:ext cx="336345" cy="254361"/>
          </a:xfrm>
          <a:prstGeom prst="rect">
            <a:avLst/>
          </a:prstGeom>
          <a:solidFill>
            <a:schemeClr val="bg2"/>
          </a:solidFill>
        </p:spPr>
        <p:txBody>
          <a:bodyPr wrap="none" rtlCol="0" anchor="ctr">
            <a:noAutofit/>
          </a:bodyPr>
          <a:lstStyle/>
          <a:p>
            <a:pPr algn="ctr"/>
            <a:r>
              <a:rPr lang="en-US" sz="1400">
                <a:solidFill>
                  <a:srgbClr val="D73E45"/>
                </a:solidFill>
                <a:latin typeface="CiscoSansTT" panose="020B0503020201020303" pitchFamily="34" charset="0"/>
                <a:cs typeface="CiscoSansTT" panose="020B0503020201020303" pitchFamily="34" charset="0"/>
              </a:rPr>
              <a:t>No</a:t>
            </a:r>
          </a:p>
        </p:txBody>
      </p:sp>
      <p:sp>
        <p:nvSpPr>
          <p:cNvPr id="165" name="TextBox 164">
            <a:extLst>
              <a:ext uri="{FF2B5EF4-FFF2-40B4-BE49-F238E27FC236}">
                <a16:creationId xmlns:a16="http://schemas.microsoft.com/office/drawing/2014/main" id="{1148F2A9-FA66-A120-B2A2-BA774A3CB198}"/>
              </a:ext>
            </a:extLst>
          </p:cNvPr>
          <p:cNvSpPr txBox="1"/>
          <p:nvPr/>
        </p:nvSpPr>
        <p:spPr>
          <a:xfrm>
            <a:off x="3994525" y="6770450"/>
            <a:ext cx="406977" cy="254361"/>
          </a:xfrm>
          <a:prstGeom prst="rect">
            <a:avLst/>
          </a:prstGeom>
          <a:solidFill>
            <a:schemeClr val="bg2"/>
          </a:solidFill>
        </p:spPr>
        <p:txBody>
          <a:bodyPr wrap="none" rtlCol="0" anchor="ctr">
            <a:noAutofit/>
          </a:bodyPr>
          <a:lstStyle/>
          <a:p>
            <a:pPr algn="ctr"/>
            <a:r>
              <a:rPr lang="en-US" sz="1400">
                <a:solidFill>
                  <a:schemeClr val="accent2"/>
                </a:solidFill>
                <a:latin typeface="CiscoSansTT" panose="020B0503020201020303" pitchFamily="34" charset="0"/>
                <a:cs typeface="CiscoSansTT" panose="020B0503020201020303" pitchFamily="34" charset="0"/>
              </a:rPr>
              <a:t>Yes</a:t>
            </a:r>
          </a:p>
        </p:txBody>
      </p:sp>
      <p:sp>
        <p:nvSpPr>
          <p:cNvPr id="176" name="Oval 175">
            <a:extLst>
              <a:ext uri="{FF2B5EF4-FFF2-40B4-BE49-F238E27FC236}">
                <a16:creationId xmlns:a16="http://schemas.microsoft.com/office/drawing/2014/main" id="{1C9AD329-7688-B546-A7C2-7CE0C7642184}"/>
              </a:ext>
            </a:extLst>
          </p:cNvPr>
          <p:cNvSpPr/>
          <p:nvPr/>
        </p:nvSpPr>
        <p:spPr>
          <a:xfrm>
            <a:off x="5396236" y="6882994"/>
            <a:ext cx="1728216" cy="1728216"/>
          </a:xfrm>
          <a:prstGeom prst="ellipse">
            <a:avLst/>
          </a:prstGeom>
          <a:solidFill>
            <a:schemeClr val="bg2"/>
          </a:solidFill>
          <a:ln w="12700">
            <a:solidFill>
              <a:schemeClr val="accent2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endParaRPr lang="en-US"/>
          </a:p>
        </p:txBody>
      </p:sp>
      <p:cxnSp>
        <p:nvCxnSpPr>
          <p:cNvPr id="178" name="Straight Connector 177">
            <a:extLst>
              <a:ext uri="{FF2B5EF4-FFF2-40B4-BE49-F238E27FC236}">
                <a16:creationId xmlns:a16="http://schemas.microsoft.com/office/drawing/2014/main" id="{84C5CE94-E39C-095E-9BAE-AB170C8811A1}"/>
              </a:ext>
            </a:extLst>
          </p:cNvPr>
          <p:cNvCxnSpPr/>
          <p:nvPr/>
        </p:nvCxnSpPr>
        <p:spPr>
          <a:xfrm>
            <a:off x="2094881" y="7753194"/>
            <a:ext cx="3073739" cy="0"/>
          </a:xfrm>
          <a:prstGeom prst="line">
            <a:avLst/>
          </a:prstGeom>
          <a:ln w="12700">
            <a:solidFill>
              <a:schemeClr val="accent4">
                <a:lumMod val="7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9" name="Content Placeholder 2">
            <a:extLst>
              <a:ext uri="{FF2B5EF4-FFF2-40B4-BE49-F238E27FC236}">
                <a16:creationId xmlns:a16="http://schemas.microsoft.com/office/drawing/2014/main" id="{F14A94E0-9796-436A-12AB-C2CE64384E82}"/>
              </a:ext>
            </a:extLst>
          </p:cNvPr>
          <p:cNvSpPr txBox="1">
            <a:spLocks/>
          </p:cNvSpPr>
          <p:nvPr/>
        </p:nvSpPr>
        <p:spPr>
          <a:xfrm>
            <a:off x="5455413" y="7091315"/>
            <a:ext cx="1605016" cy="1375206"/>
          </a:xfrm>
          <a:prstGeom prst="rect">
            <a:avLst/>
          </a:prstGeom>
        </p:spPr>
        <p:txBody>
          <a:bodyPr anchor="ctr">
            <a:noAutofit/>
          </a:bodyPr>
          <a:lstStyle>
            <a:lvl1pPr marL="226482" indent="-226482" algn="l" defTabSz="912276" rtl="0" eaLnBrk="1" fontAlgn="base" hangingPunct="1">
              <a:lnSpc>
                <a:spcPct val="95000"/>
              </a:lnSpc>
              <a:spcBef>
                <a:spcPts val="1433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Arial" charset="0"/>
              <a:buChar char="•"/>
              <a:defRPr lang="en-US" sz="2400" kern="1200" dirty="0">
                <a:solidFill>
                  <a:schemeClr val="bg2"/>
                </a:solidFill>
                <a:latin typeface="+mn-lt"/>
                <a:ea typeface="ＭＳ Ｐゴシック" charset="0"/>
                <a:cs typeface="CiscoSans"/>
              </a:defRPr>
            </a:lvl1pPr>
            <a:lvl2pPr marL="457200" indent="-227013" algn="l" defTabSz="912276" rtl="0" eaLnBrk="1" fontAlgn="base" hangingPunct="1">
              <a:lnSpc>
                <a:spcPct val="95000"/>
              </a:lnSpc>
              <a:spcBef>
                <a:spcPts val="800"/>
              </a:spcBef>
              <a:spcAft>
                <a:spcPct val="0"/>
              </a:spcAft>
              <a:buClr>
                <a:schemeClr val="accent1"/>
              </a:buClr>
              <a:buFont typeface="Arial" charset="0"/>
              <a:buChar char="•"/>
              <a:defRPr lang="en-US" sz="2000" kern="1200" dirty="0">
                <a:solidFill>
                  <a:schemeClr val="bg2"/>
                </a:solidFill>
                <a:latin typeface="+mn-lt"/>
                <a:ea typeface="ＭＳ Ｐゴシック" charset="0"/>
                <a:cs typeface="CiscoSans"/>
              </a:defRPr>
            </a:lvl2pPr>
            <a:lvl3pPr marL="569913" indent="-230188" algn="l" defTabSz="912276" rtl="0" eaLnBrk="1" fontAlgn="base" hangingPunct="1">
              <a:lnSpc>
                <a:spcPct val="95000"/>
              </a:lnSpc>
              <a:spcBef>
                <a:spcPts val="833"/>
              </a:spcBef>
              <a:spcAft>
                <a:spcPct val="0"/>
              </a:spcAft>
              <a:buClr>
                <a:schemeClr val="accent1"/>
              </a:buClr>
              <a:buFont typeface="Arial" charset="0"/>
              <a:buChar char="•"/>
              <a:defRPr lang="en-US" sz="1800" kern="1200" dirty="0">
                <a:solidFill>
                  <a:schemeClr val="bg2"/>
                </a:solidFill>
                <a:latin typeface="+mn-lt"/>
                <a:ea typeface="ＭＳ Ｐゴシック" charset="0"/>
                <a:cs typeface="CiscoSans"/>
              </a:defRPr>
            </a:lvl3pPr>
            <a:lvl4pPr marL="687388" indent="-230188" algn="l" defTabSz="912276" rtl="0" eaLnBrk="1" fontAlgn="base" hangingPunct="1">
              <a:lnSpc>
                <a:spcPct val="95000"/>
              </a:lnSpc>
              <a:spcBef>
                <a:spcPts val="833"/>
              </a:spcBef>
              <a:spcAft>
                <a:spcPct val="0"/>
              </a:spcAft>
              <a:buClr>
                <a:schemeClr val="accent1"/>
              </a:buClr>
              <a:buFont typeface="Arial" charset="0"/>
              <a:buChar char="•"/>
              <a:defRPr lang="en-US" sz="1600" kern="1200" dirty="0">
                <a:solidFill>
                  <a:schemeClr val="bg2"/>
                </a:solidFill>
                <a:latin typeface="+mn-lt"/>
                <a:ea typeface="ＭＳ Ｐゴシック" charset="0"/>
                <a:cs typeface="CiscoSans"/>
              </a:defRPr>
            </a:lvl4pPr>
            <a:lvl5pPr marL="801688" indent="-231775" algn="l" defTabSz="912276" rtl="0" eaLnBrk="1" fontAlgn="base" hangingPunct="1">
              <a:lnSpc>
                <a:spcPct val="95000"/>
              </a:lnSpc>
              <a:spcBef>
                <a:spcPts val="833"/>
              </a:spcBef>
              <a:spcAft>
                <a:spcPct val="0"/>
              </a:spcAft>
              <a:buClr>
                <a:schemeClr val="accent1"/>
              </a:buClr>
              <a:buFont typeface="Arial" charset="0"/>
              <a:buChar char="•"/>
              <a:defRPr lang="en-US" sz="1400" kern="1200" dirty="0">
                <a:solidFill>
                  <a:schemeClr val="bg2"/>
                </a:solidFill>
                <a:latin typeface="+mn-lt"/>
                <a:ea typeface="ＭＳ Ｐゴシック" charset="0"/>
                <a:cs typeface="CiscoSans"/>
              </a:defRPr>
            </a:lvl5pPr>
            <a:lvl6pPr marL="1151798" indent="-228592" algn="l" defTabSz="914362" rtl="0" eaLnBrk="1" latinLnBrk="0" hangingPunct="1">
              <a:spcBef>
                <a:spcPts val="800"/>
              </a:spcBef>
              <a:buFont typeface="Arial" pitchFamily="34" charset="0"/>
              <a:buChar char="•"/>
              <a:defRPr sz="12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47781" indent="-228561" algn="l" defTabSz="914362" rtl="0" eaLnBrk="1" latinLnBrk="0" hangingPunct="1">
              <a:spcBef>
                <a:spcPts val="800"/>
              </a:spcBef>
              <a:buFont typeface="Arial" pitchFamily="34" charset="0"/>
              <a:buChar char="•"/>
              <a:defRPr sz="1067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267" indent="0" algn="l" defTabSz="914362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38" indent="-228592" algn="l" defTabSz="91436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 algn="ctr">
              <a:buNone/>
            </a:pPr>
            <a:r>
              <a:rPr lang="en-US" sz="1600">
                <a:solidFill>
                  <a:srgbClr val="07182D"/>
                </a:solidFill>
              </a:rPr>
              <a:t>&lt;Insert Next Step Verbiage&gt;</a:t>
            </a:r>
          </a:p>
        </p:txBody>
      </p:sp>
      <p:sp>
        <p:nvSpPr>
          <p:cNvPr id="224" name="TextBox 223">
            <a:extLst>
              <a:ext uri="{FF2B5EF4-FFF2-40B4-BE49-F238E27FC236}">
                <a16:creationId xmlns:a16="http://schemas.microsoft.com/office/drawing/2014/main" id="{241BA4E3-E11D-12E5-F0EE-2AD2EE3D15B2}"/>
              </a:ext>
            </a:extLst>
          </p:cNvPr>
          <p:cNvSpPr txBox="1"/>
          <p:nvPr/>
        </p:nvSpPr>
        <p:spPr>
          <a:xfrm>
            <a:off x="378142" y="1000522"/>
            <a:ext cx="7020000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400">
                <a:solidFill>
                  <a:srgbClr val="07182D"/>
                </a:solidFill>
                <a:latin typeface="+mn-lt"/>
                <a:ea typeface="ＭＳ Ｐゴシック"/>
              </a:rPr>
              <a:t>Topic Title </a:t>
            </a:r>
            <a:r>
              <a:rPr lang="en-US">
                <a:solidFill>
                  <a:srgbClr val="07182D"/>
                </a:solidFill>
                <a:latin typeface="CiscoSansTT ExtraLight"/>
                <a:ea typeface="ＭＳ Ｐゴシック"/>
                <a:cs typeface="CiscoSansTT ExtraLight"/>
              </a:rPr>
              <a:t>&lt;</a:t>
            </a:r>
            <a:r>
              <a:rPr lang="en-US" sz="1600">
                <a:solidFill>
                  <a:srgbClr val="07182D"/>
                </a:solidFill>
                <a:latin typeface="CiscoSansTT ExtraLight"/>
                <a:ea typeface="ＭＳ Ｐゴシック"/>
                <a:cs typeface="CiscoSansTT ExtraLight"/>
              </a:rPr>
              <a:t>Decision Tree/Process Template</a:t>
            </a:r>
            <a:r>
              <a:rPr lang="en-US">
                <a:solidFill>
                  <a:srgbClr val="07182D"/>
                </a:solidFill>
                <a:latin typeface="CiscoSansTT ExtraLight"/>
                <a:ea typeface="ＭＳ Ｐゴシック"/>
                <a:cs typeface="CiscoSansTT ExtraLight"/>
              </a:rPr>
              <a:t>&gt;</a:t>
            </a:r>
            <a:r>
              <a:rPr lang="en-US" sz="1600">
                <a:solidFill>
                  <a:srgbClr val="07182D"/>
                </a:solidFill>
                <a:latin typeface="+mn-lt"/>
                <a:ea typeface="ＭＳ Ｐゴシック"/>
              </a:rPr>
              <a:t> </a:t>
            </a:r>
            <a:endParaRPr lang="en-US" sz="2800">
              <a:solidFill>
                <a:srgbClr val="07182D"/>
              </a:solidFill>
              <a:latin typeface="+mn-lt"/>
              <a:ea typeface="ＭＳ Ｐゴシック"/>
            </a:endParaRPr>
          </a:p>
        </p:txBody>
      </p:sp>
      <p:sp>
        <p:nvSpPr>
          <p:cNvPr id="225" name="Rounded Rectangle 224">
            <a:extLst>
              <a:ext uri="{FF2B5EF4-FFF2-40B4-BE49-F238E27FC236}">
                <a16:creationId xmlns:a16="http://schemas.microsoft.com/office/drawing/2014/main" id="{C4FBF3AB-FDB6-B6F1-EA43-ACC17C184C5F}"/>
              </a:ext>
            </a:extLst>
          </p:cNvPr>
          <p:cNvSpPr/>
          <p:nvPr/>
        </p:nvSpPr>
        <p:spPr>
          <a:xfrm>
            <a:off x="5117850" y="1714259"/>
            <a:ext cx="2229158" cy="1480741"/>
          </a:xfrm>
          <a:prstGeom prst="roundRect">
            <a:avLst>
              <a:gd name="adj" fmla="val 12922"/>
            </a:avLst>
          </a:prstGeom>
          <a:solidFill>
            <a:schemeClr val="bg2">
              <a:lumMod val="95000"/>
              <a:alpha val="60000"/>
            </a:schemeClr>
          </a:solidFill>
          <a:ln w="12700">
            <a:gradFill flip="none" rotWithShape="1">
              <a:gsLst>
                <a:gs pos="0">
                  <a:srgbClr val="FFD755"/>
                </a:gs>
                <a:gs pos="50000">
                  <a:srgbClr val="FFAABD"/>
                </a:gs>
                <a:gs pos="90000">
                  <a:srgbClr val="D73E45"/>
                </a:gs>
              </a:gsLst>
              <a:lin ang="1200000" scaled="0"/>
              <a:tileRect/>
            </a:gra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endParaRPr lang="en-US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46A19954-79D0-F6AD-2861-ECC68ACC5FB8}"/>
              </a:ext>
            </a:extLst>
          </p:cNvPr>
          <p:cNvSpPr txBox="1">
            <a:spLocks/>
          </p:cNvSpPr>
          <p:nvPr/>
        </p:nvSpPr>
        <p:spPr>
          <a:xfrm>
            <a:off x="5276490" y="1800009"/>
            <a:ext cx="1947495" cy="1298644"/>
          </a:xfrm>
          <a:prstGeom prst="rect">
            <a:avLst/>
          </a:prstGeom>
        </p:spPr>
        <p:txBody>
          <a:bodyPr anchor="ctr">
            <a:noAutofit/>
          </a:bodyPr>
          <a:lstStyle>
            <a:lvl1pPr marL="226482" indent="-226482" algn="l" defTabSz="912276" rtl="0" eaLnBrk="1" fontAlgn="base" hangingPunct="1">
              <a:lnSpc>
                <a:spcPct val="95000"/>
              </a:lnSpc>
              <a:spcBef>
                <a:spcPts val="1433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Arial" charset="0"/>
              <a:buChar char="•"/>
              <a:defRPr lang="en-US" sz="2400" kern="1200" dirty="0">
                <a:solidFill>
                  <a:schemeClr val="bg2"/>
                </a:solidFill>
                <a:latin typeface="+mn-lt"/>
                <a:ea typeface="ＭＳ Ｐゴシック" charset="0"/>
                <a:cs typeface="CiscoSans"/>
              </a:defRPr>
            </a:lvl1pPr>
            <a:lvl2pPr marL="457200" indent="-227013" algn="l" defTabSz="912276" rtl="0" eaLnBrk="1" fontAlgn="base" hangingPunct="1">
              <a:lnSpc>
                <a:spcPct val="95000"/>
              </a:lnSpc>
              <a:spcBef>
                <a:spcPts val="800"/>
              </a:spcBef>
              <a:spcAft>
                <a:spcPct val="0"/>
              </a:spcAft>
              <a:buClr>
                <a:schemeClr val="accent1"/>
              </a:buClr>
              <a:buFont typeface="Arial" charset="0"/>
              <a:buChar char="•"/>
              <a:defRPr lang="en-US" sz="2000" kern="1200" dirty="0">
                <a:solidFill>
                  <a:schemeClr val="bg2"/>
                </a:solidFill>
                <a:latin typeface="+mn-lt"/>
                <a:ea typeface="ＭＳ Ｐゴシック" charset="0"/>
                <a:cs typeface="CiscoSans"/>
              </a:defRPr>
            </a:lvl2pPr>
            <a:lvl3pPr marL="569913" indent="-230188" algn="l" defTabSz="912276" rtl="0" eaLnBrk="1" fontAlgn="base" hangingPunct="1">
              <a:lnSpc>
                <a:spcPct val="95000"/>
              </a:lnSpc>
              <a:spcBef>
                <a:spcPts val="833"/>
              </a:spcBef>
              <a:spcAft>
                <a:spcPct val="0"/>
              </a:spcAft>
              <a:buClr>
                <a:schemeClr val="accent1"/>
              </a:buClr>
              <a:buFont typeface="Arial" charset="0"/>
              <a:buChar char="•"/>
              <a:defRPr lang="en-US" sz="1800" kern="1200" dirty="0">
                <a:solidFill>
                  <a:schemeClr val="bg2"/>
                </a:solidFill>
                <a:latin typeface="+mn-lt"/>
                <a:ea typeface="ＭＳ Ｐゴシック" charset="0"/>
                <a:cs typeface="CiscoSans"/>
              </a:defRPr>
            </a:lvl3pPr>
            <a:lvl4pPr marL="687388" indent="-230188" algn="l" defTabSz="912276" rtl="0" eaLnBrk="1" fontAlgn="base" hangingPunct="1">
              <a:lnSpc>
                <a:spcPct val="95000"/>
              </a:lnSpc>
              <a:spcBef>
                <a:spcPts val="833"/>
              </a:spcBef>
              <a:spcAft>
                <a:spcPct val="0"/>
              </a:spcAft>
              <a:buClr>
                <a:schemeClr val="accent1"/>
              </a:buClr>
              <a:buFont typeface="Arial" charset="0"/>
              <a:buChar char="•"/>
              <a:defRPr lang="en-US" sz="1600" kern="1200" dirty="0">
                <a:solidFill>
                  <a:schemeClr val="bg2"/>
                </a:solidFill>
                <a:latin typeface="+mn-lt"/>
                <a:ea typeface="ＭＳ Ｐゴシック" charset="0"/>
                <a:cs typeface="CiscoSans"/>
              </a:defRPr>
            </a:lvl4pPr>
            <a:lvl5pPr marL="801688" indent="-231775" algn="l" defTabSz="912276" rtl="0" eaLnBrk="1" fontAlgn="base" hangingPunct="1">
              <a:lnSpc>
                <a:spcPct val="95000"/>
              </a:lnSpc>
              <a:spcBef>
                <a:spcPts val="833"/>
              </a:spcBef>
              <a:spcAft>
                <a:spcPct val="0"/>
              </a:spcAft>
              <a:buClr>
                <a:schemeClr val="accent1"/>
              </a:buClr>
              <a:buFont typeface="Arial" charset="0"/>
              <a:buChar char="•"/>
              <a:defRPr lang="en-US" sz="1400" kern="1200" dirty="0">
                <a:solidFill>
                  <a:schemeClr val="bg2"/>
                </a:solidFill>
                <a:latin typeface="+mn-lt"/>
                <a:ea typeface="ＭＳ Ｐゴシック" charset="0"/>
                <a:cs typeface="CiscoSans"/>
              </a:defRPr>
            </a:lvl5pPr>
            <a:lvl6pPr marL="1151798" indent="-228592" algn="l" defTabSz="914362" rtl="0" eaLnBrk="1" latinLnBrk="0" hangingPunct="1">
              <a:spcBef>
                <a:spcPts val="800"/>
              </a:spcBef>
              <a:buFont typeface="Arial" pitchFamily="34" charset="0"/>
              <a:buChar char="•"/>
              <a:defRPr sz="12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47781" indent="-228561" algn="l" defTabSz="914362" rtl="0" eaLnBrk="1" latinLnBrk="0" hangingPunct="1">
              <a:spcBef>
                <a:spcPts val="800"/>
              </a:spcBef>
              <a:buFont typeface="Arial" pitchFamily="34" charset="0"/>
              <a:buChar char="•"/>
              <a:defRPr sz="1067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267" indent="0" algn="l" defTabSz="914362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38" indent="-228592" algn="l" defTabSz="91436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600">
                <a:solidFill>
                  <a:srgbClr val="01182E"/>
                </a:solidFill>
              </a:rPr>
              <a:t>&lt;Insert Notes/Important Message&gt;</a:t>
            </a:r>
          </a:p>
        </p:txBody>
      </p:sp>
      <p:sp>
        <p:nvSpPr>
          <p:cNvPr id="226" name="TextBox 225">
            <a:extLst>
              <a:ext uri="{FF2B5EF4-FFF2-40B4-BE49-F238E27FC236}">
                <a16:creationId xmlns:a16="http://schemas.microsoft.com/office/drawing/2014/main" id="{378EAC3E-F632-5F6D-A6A1-97BC59B9C33A}"/>
              </a:ext>
            </a:extLst>
          </p:cNvPr>
          <p:cNvSpPr txBox="1"/>
          <p:nvPr/>
        </p:nvSpPr>
        <p:spPr>
          <a:xfrm>
            <a:off x="4042486" y="442317"/>
            <a:ext cx="3358814" cy="27699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r"/>
            <a:r>
              <a:rPr lang="en-US" sz="1200">
                <a:latin typeface="CiscoSansTT" panose="020B0503020201020303" pitchFamily="34" charset="0"/>
                <a:cs typeface="CiscoSansTT" panose="020B0503020201020303" pitchFamily="34" charset="0"/>
              </a:rPr>
              <a:t>&lt;Insert Document Title&gt;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4E127DF0-4376-9CAC-C431-CA51DDEEA794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152829" y="9495785"/>
            <a:ext cx="490626" cy="17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52348" tIns="26173" rIns="52348" bIns="26173" anchor="b">
            <a:spAutoFit/>
          </a:bodyPr>
          <a:lstStyle/>
          <a:p>
            <a:pPr defTabSz="519128" fontAlgn="auto">
              <a:spcBef>
                <a:spcPts val="0"/>
              </a:spcBef>
              <a:spcAft>
                <a:spcPts val="0"/>
              </a:spcAft>
              <a:defRPr/>
            </a:pPr>
            <a:fld id="{9455A196-DBE5-CA43-A2D6-20DA7E97BD65}" type="slidenum">
              <a:rPr lang="en-US" sz="800" spc="17" baseline="0" smtClean="0">
                <a:latin typeface="CiscoSansTT" panose="020B0503020201020303" pitchFamily="34" charset="0"/>
                <a:ea typeface="+mn-ea"/>
                <a:cs typeface="CiscoSansTT" panose="020B0503020201020303" pitchFamily="34" charset="0"/>
              </a:rPr>
              <a:t>5</a:t>
            </a:fld>
            <a:endParaRPr lang="en-US" sz="800" spc="17" baseline="0">
              <a:latin typeface="CiscoSansTT" panose="020B0503020201020303" pitchFamily="34" charset="0"/>
              <a:ea typeface="+mn-ea"/>
              <a:cs typeface="CiscoSansTT" panose="020B0503020201020303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6CB2CC4-2FDC-70CD-C738-9C8791FF4579}"/>
              </a:ext>
            </a:extLst>
          </p:cNvPr>
          <p:cNvSpPr/>
          <p:nvPr/>
        </p:nvSpPr>
        <p:spPr>
          <a:xfrm>
            <a:off x="0" y="9892145"/>
            <a:ext cx="7772400" cy="166255"/>
          </a:xfrm>
          <a:prstGeom prst="rect">
            <a:avLst/>
          </a:prstGeom>
          <a:gradFill flip="none" rotWithShape="1">
            <a:gsLst>
              <a:gs pos="50000">
                <a:srgbClr val="FFAABD"/>
              </a:gs>
              <a:gs pos="10000">
                <a:srgbClr val="FFD755"/>
              </a:gs>
              <a:gs pos="90000">
                <a:srgbClr val="D73E45"/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76E6915-9C10-8EB6-8B62-8666712FF68A}"/>
              </a:ext>
            </a:extLst>
          </p:cNvPr>
          <p:cNvSpPr txBox="1"/>
          <p:nvPr/>
        </p:nvSpPr>
        <p:spPr>
          <a:xfrm>
            <a:off x="378142" y="442317"/>
            <a:ext cx="30383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1182E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</a:rPr>
              <a:t>Human Resources</a:t>
            </a:r>
            <a:endParaRPr lang="en-IL" b="1" dirty="0">
              <a:solidFill>
                <a:srgbClr val="01182E"/>
              </a:solidFill>
              <a:latin typeface="Inter" panose="02000503000000020004" pitchFamily="2" charset="0"/>
              <a:ea typeface="Inter" panose="02000503000000020004" pitchFamily="2" charset="0"/>
              <a:cs typeface="Inter" panose="02000503000000020004" pitchFamily="2" charset="0"/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18587009-84AB-AB0F-A9A3-CCFE8744A732}"/>
              </a:ext>
            </a:extLst>
          </p:cNvPr>
          <p:cNvCxnSpPr>
            <a:cxnSpLocks/>
          </p:cNvCxnSpPr>
          <p:nvPr/>
        </p:nvCxnSpPr>
        <p:spPr>
          <a:xfrm>
            <a:off x="457200" y="847907"/>
            <a:ext cx="6858000" cy="0"/>
          </a:xfrm>
          <a:prstGeom prst="line">
            <a:avLst/>
          </a:prstGeom>
          <a:solidFill>
            <a:schemeClr val="bg2">
              <a:lumMod val="95000"/>
              <a:alpha val="60000"/>
            </a:schemeClr>
          </a:solidFill>
          <a:ln w="12700">
            <a:gradFill flip="none" rotWithShape="1">
              <a:gsLst>
                <a:gs pos="10000">
                  <a:srgbClr val="FFD755"/>
                </a:gs>
                <a:gs pos="50000">
                  <a:srgbClr val="FFAABD"/>
                </a:gs>
                <a:gs pos="90000">
                  <a:srgbClr val="D73E45"/>
                </a:gs>
              </a:gsLst>
              <a:lin ang="1200000" scaled="0"/>
              <a:tileRect/>
            </a:gra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</p:spTree>
    <p:extLst>
      <p:ext uri="{BB962C8B-B14F-4D97-AF65-F5344CB8AC3E}">
        <p14:creationId xmlns:p14="http://schemas.microsoft.com/office/powerpoint/2010/main" val="38492655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E6A8AAB-EAAE-FA4F-333A-58805FB14D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5A462C36-9DF1-BEC1-2DED-9E1CA95B312F}"/>
              </a:ext>
            </a:extLst>
          </p:cNvPr>
          <p:cNvSpPr txBox="1">
            <a:spLocks/>
          </p:cNvSpPr>
          <p:nvPr/>
        </p:nvSpPr>
        <p:spPr>
          <a:xfrm>
            <a:off x="1518617" y="8589970"/>
            <a:ext cx="4735166" cy="681494"/>
          </a:xfrm>
          <a:prstGeom prst="roundRect">
            <a:avLst>
              <a:gd name="adj" fmla="val 50000"/>
            </a:avLst>
          </a:prstGeom>
          <a:solidFill>
            <a:schemeClr val="bg2">
              <a:lumMod val="95000"/>
              <a:alpha val="60033"/>
            </a:schemeClr>
          </a:solidFill>
          <a:ln>
            <a:noFill/>
          </a:ln>
        </p:spPr>
        <p:txBody>
          <a:bodyPr anchor="ctr">
            <a:noAutofit/>
          </a:bodyPr>
          <a:lstStyle>
            <a:lvl1pPr marL="226482" indent="-226482" algn="l" defTabSz="912276" rtl="0" eaLnBrk="1" fontAlgn="base" hangingPunct="1">
              <a:lnSpc>
                <a:spcPct val="95000"/>
              </a:lnSpc>
              <a:spcBef>
                <a:spcPts val="1433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Arial" charset="0"/>
              <a:buChar char="•"/>
              <a:defRPr lang="en-US" sz="2400" kern="1200" dirty="0">
                <a:solidFill>
                  <a:schemeClr val="bg2"/>
                </a:solidFill>
                <a:latin typeface="+mn-lt"/>
                <a:ea typeface="ＭＳ Ｐゴシック" charset="0"/>
                <a:cs typeface="CiscoSans"/>
              </a:defRPr>
            </a:lvl1pPr>
            <a:lvl2pPr marL="457200" indent="-227013" algn="l" defTabSz="912276" rtl="0" eaLnBrk="1" fontAlgn="base" hangingPunct="1">
              <a:lnSpc>
                <a:spcPct val="95000"/>
              </a:lnSpc>
              <a:spcBef>
                <a:spcPts val="800"/>
              </a:spcBef>
              <a:spcAft>
                <a:spcPct val="0"/>
              </a:spcAft>
              <a:buClr>
                <a:schemeClr val="accent1"/>
              </a:buClr>
              <a:buFont typeface="Arial" charset="0"/>
              <a:buChar char="•"/>
              <a:defRPr lang="en-US" sz="2000" kern="1200" dirty="0">
                <a:solidFill>
                  <a:schemeClr val="bg2"/>
                </a:solidFill>
                <a:latin typeface="+mn-lt"/>
                <a:ea typeface="ＭＳ Ｐゴシック" charset="0"/>
                <a:cs typeface="CiscoSans"/>
              </a:defRPr>
            </a:lvl2pPr>
            <a:lvl3pPr marL="569913" indent="-230188" algn="l" defTabSz="912276" rtl="0" eaLnBrk="1" fontAlgn="base" hangingPunct="1">
              <a:lnSpc>
                <a:spcPct val="95000"/>
              </a:lnSpc>
              <a:spcBef>
                <a:spcPts val="833"/>
              </a:spcBef>
              <a:spcAft>
                <a:spcPct val="0"/>
              </a:spcAft>
              <a:buClr>
                <a:schemeClr val="accent1"/>
              </a:buClr>
              <a:buFont typeface="Arial" charset="0"/>
              <a:buChar char="•"/>
              <a:defRPr lang="en-US" sz="1800" kern="1200" dirty="0">
                <a:solidFill>
                  <a:schemeClr val="bg2"/>
                </a:solidFill>
                <a:latin typeface="+mn-lt"/>
                <a:ea typeface="ＭＳ Ｐゴシック" charset="0"/>
                <a:cs typeface="CiscoSans"/>
              </a:defRPr>
            </a:lvl3pPr>
            <a:lvl4pPr marL="687388" indent="-230188" algn="l" defTabSz="912276" rtl="0" eaLnBrk="1" fontAlgn="base" hangingPunct="1">
              <a:lnSpc>
                <a:spcPct val="95000"/>
              </a:lnSpc>
              <a:spcBef>
                <a:spcPts val="833"/>
              </a:spcBef>
              <a:spcAft>
                <a:spcPct val="0"/>
              </a:spcAft>
              <a:buClr>
                <a:schemeClr val="accent1"/>
              </a:buClr>
              <a:buFont typeface="Arial" charset="0"/>
              <a:buChar char="•"/>
              <a:defRPr lang="en-US" sz="1600" kern="1200" dirty="0">
                <a:solidFill>
                  <a:schemeClr val="bg2"/>
                </a:solidFill>
                <a:latin typeface="+mn-lt"/>
                <a:ea typeface="ＭＳ Ｐゴシック" charset="0"/>
                <a:cs typeface="CiscoSans"/>
              </a:defRPr>
            </a:lvl4pPr>
            <a:lvl5pPr marL="801688" indent="-231775" algn="l" defTabSz="912276" rtl="0" eaLnBrk="1" fontAlgn="base" hangingPunct="1">
              <a:lnSpc>
                <a:spcPct val="95000"/>
              </a:lnSpc>
              <a:spcBef>
                <a:spcPts val="833"/>
              </a:spcBef>
              <a:spcAft>
                <a:spcPct val="0"/>
              </a:spcAft>
              <a:buClr>
                <a:schemeClr val="accent1"/>
              </a:buClr>
              <a:buFont typeface="Arial" charset="0"/>
              <a:buChar char="•"/>
              <a:defRPr lang="en-US" sz="1400" kern="1200" dirty="0">
                <a:solidFill>
                  <a:schemeClr val="bg2"/>
                </a:solidFill>
                <a:latin typeface="+mn-lt"/>
                <a:ea typeface="ＭＳ Ｐゴシック" charset="0"/>
                <a:cs typeface="CiscoSans"/>
              </a:defRPr>
            </a:lvl5pPr>
            <a:lvl6pPr marL="1151798" indent="-228592" algn="l" defTabSz="914362" rtl="0" eaLnBrk="1" latinLnBrk="0" hangingPunct="1">
              <a:spcBef>
                <a:spcPts val="800"/>
              </a:spcBef>
              <a:buFont typeface="Arial" pitchFamily="34" charset="0"/>
              <a:buChar char="•"/>
              <a:defRPr sz="12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47781" indent="-228561" algn="l" defTabSz="914362" rtl="0" eaLnBrk="1" latinLnBrk="0" hangingPunct="1">
              <a:spcBef>
                <a:spcPts val="800"/>
              </a:spcBef>
              <a:buFont typeface="Arial" pitchFamily="34" charset="0"/>
              <a:buChar char="•"/>
              <a:defRPr sz="1067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267" indent="0" algn="l" defTabSz="914362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38" indent="-228592" algn="l" defTabSz="91436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>
                <a:solidFill>
                  <a:srgbClr val="01182E"/>
                </a:solidFill>
              </a:rPr>
              <a:t>For more information, please review the </a:t>
            </a:r>
            <a:br>
              <a:rPr lang="en-US" sz="1400">
                <a:solidFill>
                  <a:schemeClr val="bg1"/>
                </a:solidFill>
              </a:rPr>
            </a:br>
            <a:r>
              <a:rPr lang="en-US" sz="1400">
                <a:solidFill>
                  <a:schemeClr val="accent1"/>
                </a:solidFill>
              </a:rPr>
              <a:t>&lt;</a:t>
            </a:r>
            <a:r>
              <a:rPr lang="en-US" sz="1400">
                <a:solidFill>
                  <a:schemeClr val="accent1"/>
                </a:solidFill>
                <a:latin typeface="CiscoSansTT" panose="020B0503020201020303" pitchFamily="34" charset="0"/>
                <a:cs typeface="CiscoSansTT" panose="020B0503020201020303" pitchFamily="34" charset="0"/>
              </a:rPr>
              <a:t>Insert Link For Further Resources</a:t>
            </a:r>
            <a:r>
              <a:rPr lang="en-US" sz="1400">
                <a:solidFill>
                  <a:schemeClr val="accent1"/>
                </a:solidFill>
              </a:rPr>
              <a:t>&gt;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F3005FF4-F32C-F40C-6257-CEE26E9B8BA2}"/>
              </a:ext>
            </a:extLst>
          </p:cNvPr>
          <p:cNvSpPr/>
          <p:nvPr/>
        </p:nvSpPr>
        <p:spPr>
          <a:xfrm>
            <a:off x="405713" y="1646121"/>
            <a:ext cx="6976610" cy="1558601"/>
          </a:xfrm>
          <a:prstGeom prst="roundRect">
            <a:avLst>
              <a:gd name="adj" fmla="val 9985"/>
            </a:avLst>
          </a:prstGeom>
          <a:solidFill>
            <a:schemeClr val="bg2">
              <a:lumMod val="95000"/>
              <a:alpha val="60000"/>
            </a:schemeClr>
          </a:solidFill>
          <a:ln w="12700">
            <a:gradFill flip="none" rotWithShape="1">
              <a:gsLst>
                <a:gs pos="0">
                  <a:srgbClr val="FFD755"/>
                </a:gs>
                <a:gs pos="50000">
                  <a:srgbClr val="FFAABD"/>
                </a:gs>
                <a:gs pos="90000">
                  <a:srgbClr val="D73E45"/>
                </a:gs>
              </a:gsLst>
              <a:lin ang="1200000" scaled="0"/>
              <a:tileRect/>
            </a:gra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endParaRPr lang="en-US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3096BFEB-383B-3773-977F-7D50CC1152C3}"/>
              </a:ext>
            </a:extLst>
          </p:cNvPr>
          <p:cNvSpPr txBox="1">
            <a:spLocks/>
          </p:cNvSpPr>
          <p:nvPr/>
        </p:nvSpPr>
        <p:spPr>
          <a:xfrm>
            <a:off x="897127" y="1819712"/>
            <a:ext cx="6270091" cy="1387800"/>
          </a:xfrm>
          <a:prstGeom prst="rect">
            <a:avLst/>
          </a:prstGeom>
        </p:spPr>
        <p:txBody>
          <a:bodyPr anchor="t">
            <a:noAutofit/>
          </a:bodyPr>
          <a:lstStyle>
            <a:lvl1pPr marL="226482" indent="-226482" algn="l" defTabSz="912276" rtl="0" eaLnBrk="1" fontAlgn="base" hangingPunct="1">
              <a:lnSpc>
                <a:spcPct val="95000"/>
              </a:lnSpc>
              <a:spcBef>
                <a:spcPts val="1433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Arial" charset="0"/>
              <a:buChar char="•"/>
              <a:defRPr lang="en-US" sz="2400" kern="1200" dirty="0">
                <a:solidFill>
                  <a:schemeClr val="bg2"/>
                </a:solidFill>
                <a:latin typeface="+mn-lt"/>
                <a:ea typeface="ＭＳ Ｐゴシック" charset="0"/>
                <a:cs typeface="CiscoSans"/>
              </a:defRPr>
            </a:lvl1pPr>
            <a:lvl2pPr marL="457200" indent="-227013" algn="l" defTabSz="912276" rtl="0" eaLnBrk="1" fontAlgn="base" hangingPunct="1">
              <a:lnSpc>
                <a:spcPct val="95000"/>
              </a:lnSpc>
              <a:spcBef>
                <a:spcPts val="800"/>
              </a:spcBef>
              <a:spcAft>
                <a:spcPct val="0"/>
              </a:spcAft>
              <a:buClr>
                <a:schemeClr val="accent1"/>
              </a:buClr>
              <a:buFont typeface="Arial" charset="0"/>
              <a:buChar char="•"/>
              <a:defRPr lang="en-US" sz="2000" kern="1200" dirty="0">
                <a:solidFill>
                  <a:schemeClr val="bg2"/>
                </a:solidFill>
                <a:latin typeface="+mn-lt"/>
                <a:ea typeface="ＭＳ Ｐゴシック" charset="0"/>
                <a:cs typeface="CiscoSans"/>
              </a:defRPr>
            </a:lvl2pPr>
            <a:lvl3pPr marL="569913" indent="-230188" algn="l" defTabSz="912276" rtl="0" eaLnBrk="1" fontAlgn="base" hangingPunct="1">
              <a:lnSpc>
                <a:spcPct val="95000"/>
              </a:lnSpc>
              <a:spcBef>
                <a:spcPts val="833"/>
              </a:spcBef>
              <a:spcAft>
                <a:spcPct val="0"/>
              </a:spcAft>
              <a:buClr>
                <a:schemeClr val="accent1"/>
              </a:buClr>
              <a:buFont typeface="Arial" charset="0"/>
              <a:buChar char="•"/>
              <a:defRPr lang="en-US" sz="1800" kern="1200" dirty="0">
                <a:solidFill>
                  <a:schemeClr val="bg2"/>
                </a:solidFill>
                <a:latin typeface="+mn-lt"/>
                <a:ea typeface="ＭＳ Ｐゴシック" charset="0"/>
                <a:cs typeface="CiscoSans"/>
              </a:defRPr>
            </a:lvl3pPr>
            <a:lvl4pPr marL="687388" indent="-230188" algn="l" defTabSz="912276" rtl="0" eaLnBrk="1" fontAlgn="base" hangingPunct="1">
              <a:lnSpc>
                <a:spcPct val="95000"/>
              </a:lnSpc>
              <a:spcBef>
                <a:spcPts val="833"/>
              </a:spcBef>
              <a:spcAft>
                <a:spcPct val="0"/>
              </a:spcAft>
              <a:buClr>
                <a:schemeClr val="accent1"/>
              </a:buClr>
              <a:buFont typeface="Arial" charset="0"/>
              <a:buChar char="•"/>
              <a:defRPr lang="en-US" sz="1600" kern="1200" dirty="0">
                <a:solidFill>
                  <a:schemeClr val="bg2"/>
                </a:solidFill>
                <a:latin typeface="+mn-lt"/>
                <a:ea typeface="ＭＳ Ｐゴシック" charset="0"/>
                <a:cs typeface="CiscoSans"/>
              </a:defRPr>
            </a:lvl4pPr>
            <a:lvl5pPr marL="801688" indent="-231775" algn="l" defTabSz="912276" rtl="0" eaLnBrk="1" fontAlgn="base" hangingPunct="1">
              <a:lnSpc>
                <a:spcPct val="95000"/>
              </a:lnSpc>
              <a:spcBef>
                <a:spcPts val="833"/>
              </a:spcBef>
              <a:spcAft>
                <a:spcPct val="0"/>
              </a:spcAft>
              <a:buClr>
                <a:schemeClr val="accent1"/>
              </a:buClr>
              <a:buFont typeface="Arial" charset="0"/>
              <a:buChar char="•"/>
              <a:defRPr lang="en-US" sz="1400" kern="1200" dirty="0">
                <a:solidFill>
                  <a:schemeClr val="bg2"/>
                </a:solidFill>
                <a:latin typeface="+mn-lt"/>
                <a:ea typeface="ＭＳ Ｐゴシック" charset="0"/>
                <a:cs typeface="CiscoSans"/>
              </a:defRPr>
            </a:lvl5pPr>
            <a:lvl6pPr marL="1151798" indent="-228592" algn="l" defTabSz="914362" rtl="0" eaLnBrk="1" latinLnBrk="0" hangingPunct="1">
              <a:spcBef>
                <a:spcPts val="800"/>
              </a:spcBef>
              <a:buFont typeface="Arial" pitchFamily="34" charset="0"/>
              <a:buChar char="•"/>
              <a:defRPr sz="12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47781" indent="-228561" algn="l" defTabSz="914362" rtl="0" eaLnBrk="1" latinLnBrk="0" hangingPunct="1">
              <a:spcBef>
                <a:spcPts val="800"/>
              </a:spcBef>
              <a:buFont typeface="Arial" pitchFamily="34" charset="0"/>
              <a:buChar char="•"/>
              <a:defRPr sz="1067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267" indent="0" algn="l" defTabSz="914362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38" indent="-228592" algn="l" defTabSz="91436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600">
                <a:solidFill>
                  <a:srgbClr val="01182E"/>
                </a:solidFill>
              </a:rPr>
              <a:t>&lt;Insert Notes/Important Message&gt;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0DFF8D4-54A0-67FE-5FF0-1F700DE51F1D}"/>
              </a:ext>
            </a:extLst>
          </p:cNvPr>
          <p:cNvCxnSpPr>
            <a:cxnSpLocks/>
          </p:cNvCxnSpPr>
          <p:nvPr/>
        </p:nvCxnSpPr>
        <p:spPr>
          <a:xfrm flipV="1">
            <a:off x="3886200" y="3469341"/>
            <a:ext cx="0" cy="4851699"/>
          </a:xfrm>
          <a:prstGeom prst="line">
            <a:avLst/>
          </a:prstGeom>
          <a:ln>
            <a:solidFill>
              <a:srgbClr val="07182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C19BECA-73AC-4D2A-C6E4-7B863807EE7F}"/>
              </a:ext>
            </a:extLst>
          </p:cNvPr>
          <p:cNvCxnSpPr>
            <a:cxnSpLocks/>
          </p:cNvCxnSpPr>
          <p:nvPr/>
        </p:nvCxnSpPr>
        <p:spPr>
          <a:xfrm>
            <a:off x="425274" y="5866880"/>
            <a:ext cx="6921853" cy="0"/>
          </a:xfrm>
          <a:prstGeom prst="line">
            <a:avLst/>
          </a:prstGeom>
          <a:ln>
            <a:solidFill>
              <a:srgbClr val="07182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D82D77DC-5E83-6C86-6C87-11B52BF673F8}"/>
              </a:ext>
            </a:extLst>
          </p:cNvPr>
          <p:cNvSpPr txBox="1"/>
          <p:nvPr/>
        </p:nvSpPr>
        <p:spPr>
          <a:xfrm>
            <a:off x="4042486" y="442317"/>
            <a:ext cx="3358814" cy="27699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r"/>
            <a:r>
              <a:rPr lang="en-US" sz="1200">
                <a:latin typeface="CiscoSansTT" panose="020B0503020201020303" pitchFamily="34" charset="0"/>
                <a:cs typeface="CiscoSansTT" panose="020B0503020201020303" pitchFamily="34" charset="0"/>
              </a:rPr>
              <a:t>&lt;Insert Document Title&gt;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85BECB02-5AA9-B3F8-1821-5372473EF133}"/>
              </a:ext>
            </a:extLst>
          </p:cNvPr>
          <p:cNvSpPr/>
          <p:nvPr/>
        </p:nvSpPr>
        <p:spPr>
          <a:xfrm>
            <a:off x="4206021" y="3536150"/>
            <a:ext cx="332510" cy="332509"/>
          </a:xfrm>
          <a:prstGeom prst="ellipse">
            <a:avLst/>
          </a:prstGeom>
          <a:solidFill>
            <a:schemeClr val="accent1"/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r>
              <a:rPr lang="en-US" sz="1600">
                <a:solidFill>
                  <a:srgbClr val="01182E"/>
                </a:solidFill>
                <a:latin typeface="CiscoSansTT" panose="020B0503020201020303" pitchFamily="34" charset="0"/>
                <a:cs typeface="CiscoSansTT" panose="020B0503020201020303" pitchFamily="34" charset="0"/>
              </a:rPr>
              <a:t>2</a:t>
            </a:r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53F58415-3E0B-7085-5879-5AF36AD6E5D4}"/>
              </a:ext>
            </a:extLst>
          </p:cNvPr>
          <p:cNvGrpSpPr/>
          <p:nvPr/>
        </p:nvGrpSpPr>
        <p:grpSpPr>
          <a:xfrm>
            <a:off x="523149" y="3471572"/>
            <a:ext cx="2973451" cy="461665"/>
            <a:chOff x="523149" y="3471572"/>
            <a:chExt cx="2973451" cy="461665"/>
          </a:xfrm>
        </p:grpSpPr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F3AAD490-A29A-DA9F-5D85-9DA7D11343BA}"/>
                </a:ext>
              </a:extLst>
            </p:cNvPr>
            <p:cNvSpPr/>
            <p:nvPr/>
          </p:nvSpPr>
          <p:spPr>
            <a:xfrm>
              <a:off x="523149" y="3536150"/>
              <a:ext cx="332510" cy="332509"/>
            </a:xfrm>
            <a:prstGeom prst="ellipse">
              <a:avLst/>
            </a:prstGeom>
            <a:solidFill>
              <a:srgbClr val="FFAABD"/>
            </a:solidFill>
            <a:ln w="1270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rIns="45720" rtlCol="0" anchor="ctr"/>
            <a:lstStyle/>
            <a:p>
              <a:pPr algn="ctr"/>
              <a:r>
                <a:rPr lang="en-US" sz="1600" dirty="0">
                  <a:solidFill>
                    <a:srgbClr val="01182E"/>
                  </a:solidFill>
                  <a:latin typeface="CiscoSansTT" panose="020B0503020201020303" pitchFamily="34" charset="0"/>
                  <a:cs typeface="CiscoSansTT" panose="020B0503020201020303" pitchFamily="34" charset="0"/>
                </a:rPr>
                <a:t>1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CC301868-F723-DE20-D84C-3FD8C76E1944}"/>
                </a:ext>
              </a:extLst>
            </p:cNvPr>
            <p:cNvSpPr txBox="1"/>
            <p:nvPr/>
          </p:nvSpPr>
          <p:spPr>
            <a:xfrm>
              <a:off x="896625" y="3471572"/>
              <a:ext cx="259997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01182E"/>
                  </a:solidFill>
                  <a:latin typeface="+mn-lt"/>
                </a:rPr>
                <a:t>&lt;Insert Text Description Of Step Starting With Action Verb&gt;</a:t>
              </a:r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9D234186-B5C6-0BF0-80DF-C4D78F476A80}"/>
              </a:ext>
            </a:extLst>
          </p:cNvPr>
          <p:cNvSpPr txBox="1"/>
          <p:nvPr/>
        </p:nvSpPr>
        <p:spPr>
          <a:xfrm>
            <a:off x="4567244" y="3471572"/>
            <a:ext cx="25999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200">
                <a:solidFill>
                  <a:srgbClr val="01182E"/>
                </a:solidFill>
                <a:latin typeface="+mn-lt"/>
              </a:rPr>
              <a:t>&lt;Insert Text Description Of Step Starting With Action Verb&gt;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7B50875F-EF6A-C90B-6058-6FC01A82565D}"/>
              </a:ext>
            </a:extLst>
          </p:cNvPr>
          <p:cNvSpPr/>
          <p:nvPr/>
        </p:nvSpPr>
        <p:spPr>
          <a:xfrm>
            <a:off x="528316" y="6017513"/>
            <a:ext cx="332510" cy="332509"/>
          </a:xfrm>
          <a:prstGeom prst="ellipse">
            <a:avLst/>
          </a:prstGeom>
          <a:solidFill>
            <a:schemeClr val="accent1"/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r>
              <a:rPr lang="en-US" sz="1600">
                <a:solidFill>
                  <a:srgbClr val="01182E"/>
                </a:solidFill>
                <a:latin typeface="CiscoSansTT" panose="020B0503020201020303" pitchFamily="34" charset="0"/>
                <a:cs typeface="CiscoSansTT" panose="020B0503020201020303" pitchFamily="34" charset="0"/>
              </a:rPr>
              <a:t>3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9B7277A7-092C-94BA-F04C-934AA2720929}"/>
              </a:ext>
            </a:extLst>
          </p:cNvPr>
          <p:cNvSpPr/>
          <p:nvPr/>
        </p:nvSpPr>
        <p:spPr>
          <a:xfrm>
            <a:off x="4211188" y="6017513"/>
            <a:ext cx="332510" cy="332509"/>
          </a:xfrm>
          <a:prstGeom prst="ellipse">
            <a:avLst/>
          </a:prstGeom>
          <a:solidFill>
            <a:schemeClr val="accent1"/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r>
              <a:rPr lang="en-US" sz="1600">
                <a:solidFill>
                  <a:srgbClr val="01182E"/>
                </a:solidFill>
                <a:latin typeface="CiscoSansTT" panose="020B0503020201020303" pitchFamily="34" charset="0"/>
                <a:cs typeface="CiscoSansTT" panose="020B0503020201020303" pitchFamily="34" charset="0"/>
              </a:rPr>
              <a:t>4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35AD76C-33B2-B888-F3CA-0F1E25C2E1C9}"/>
              </a:ext>
            </a:extLst>
          </p:cNvPr>
          <p:cNvSpPr txBox="1"/>
          <p:nvPr/>
        </p:nvSpPr>
        <p:spPr>
          <a:xfrm>
            <a:off x="901792" y="5952935"/>
            <a:ext cx="25999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200">
                <a:solidFill>
                  <a:srgbClr val="01182E"/>
                </a:solidFill>
                <a:latin typeface="+mn-lt"/>
              </a:rPr>
              <a:t>&lt;Insert Text Description Of Step Starting With Action Verb&gt;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DAC5987-15E0-FC90-875A-BD805C513C04}"/>
              </a:ext>
            </a:extLst>
          </p:cNvPr>
          <p:cNvSpPr txBox="1"/>
          <p:nvPr/>
        </p:nvSpPr>
        <p:spPr>
          <a:xfrm>
            <a:off x="4572411" y="5952935"/>
            <a:ext cx="25999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200">
                <a:solidFill>
                  <a:srgbClr val="01182E"/>
                </a:solidFill>
                <a:latin typeface="+mn-lt"/>
              </a:rPr>
              <a:t>&lt;Insert Text Description Of Step Starting With Action Verb&gt;</a:t>
            </a: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DB34E4EE-EDCE-24ED-D68D-2A2815542BFE}"/>
              </a:ext>
            </a:extLst>
          </p:cNvPr>
          <p:cNvGrpSpPr/>
          <p:nvPr/>
        </p:nvGrpSpPr>
        <p:grpSpPr>
          <a:xfrm>
            <a:off x="434979" y="4047565"/>
            <a:ext cx="3289856" cy="1640541"/>
            <a:chOff x="434979" y="4047565"/>
            <a:chExt cx="3289856" cy="1640541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9CE58BE2-B846-5655-C4B5-0FC50E10ADE5}"/>
                </a:ext>
              </a:extLst>
            </p:cNvPr>
            <p:cNvSpPr/>
            <p:nvPr/>
          </p:nvSpPr>
          <p:spPr>
            <a:xfrm>
              <a:off x="434979" y="4047565"/>
              <a:ext cx="3289856" cy="1640541"/>
            </a:xfrm>
            <a:prstGeom prst="rect">
              <a:avLst/>
            </a:prstGeom>
            <a:solidFill>
              <a:schemeClr val="bg2">
                <a:lumMod val="95000"/>
                <a:alpha val="60000"/>
              </a:schemeClr>
            </a:solidFill>
            <a:ln w="12700">
              <a:solidFill>
                <a:schemeClr val="accent4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rIns="45720" rtlCol="0" anchor="ctr"/>
            <a:lstStyle/>
            <a:p>
              <a:pPr algn="ctr"/>
              <a:endParaRPr lang="en-US"/>
            </a:p>
          </p:txBody>
        </p: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B5E9D314-9C0F-E6B4-4ED2-C6700249F61C}"/>
                </a:ext>
              </a:extLst>
            </p:cNvPr>
            <p:cNvCxnSpPr/>
            <p:nvPr/>
          </p:nvCxnSpPr>
          <p:spPr>
            <a:xfrm>
              <a:off x="434979" y="4047565"/>
              <a:ext cx="3289856" cy="1640541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46445D74-7266-E31D-7097-F33D9B9D13CA}"/>
                </a:ext>
              </a:extLst>
            </p:cNvPr>
            <p:cNvCxnSpPr/>
            <p:nvPr/>
          </p:nvCxnSpPr>
          <p:spPr>
            <a:xfrm flipV="1">
              <a:off x="468424" y="4047565"/>
              <a:ext cx="3256411" cy="1640541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EBC603F1-1023-64E4-6B4E-C886F7384922}"/>
              </a:ext>
            </a:extLst>
          </p:cNvPr>
          <p:cNvGrpSpPr/>
          <p:nvPr/>
        </p:nvGrpSpPr>
        <p:grpSpPr>
          <a:xfrm>
            <a:off x="4057271" y="4051168"/>
            <a:ext cx="3289856" cy="1640541"/>
            <a:chOff x="434979" y="4047565"/>
            <a:chExt cx="3289856" cy="1640541"/>
          </a:xfrm>
        </p:grpSpPr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5146772E-4F2C-7F54-DC1C-2B41F72EA81F}"/>
                </a:ext>
              </a:extLst>
            </p:cNvPr>
            <p:cNvSpPr/>
            <p:nvPr/>
          </p:nvSpPr>
          <p:spPr>
            <a:xfrm>
              <a:off x="434979" y="4047565"/>
              <a:ext cx="3289856" cy="1640541"/>
            </a:xfrm>
            <a:prstGeom prst="rect">
              <a:avLst/>
            </a:prstGeom>
            <a:solidFill>
              <a:schemeClr val="bg2">
                <a:lumMod val="95000"/>
                <a:alpha val="60000"/>
              </a:schemeClr>
            </a:solidFill>
            <a:ln w="12700">
              <a:solidFill>
                <a:schemeClr val="accent4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rIns="45720" rtlCol="0" anchor="ctr"/>
            <a:lstStyle/>
            <a:p>
              <a:pPr algn="ctr"/>
              <a:endParaRPr lang="en-US"/>
            </a:p>
          </p:txBody>
        </p: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1BD6CEBE-D884-5722-09BB-310752C7221F}"/>
                </a:ext>
              </a:extLst>
            </p:cNvPr>
            <p:cNvCxnSpPr/>
            <p:nvPr/>
          </p:nvCxnSpPr>
          <p:spPr>
            <a:xfrm>
              <a:off x="434979" y="4047565"/>
              <a:ext cx="3289856" cy="1640541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EF4C206F-5E74-2B94-A216-EBF9EE39781B}"/>
                </a:ext>
              </a:extLst>
            </p:cNvPr>
            <p:cNvCxnSpPr/>
            <p:nvPr/>
          </p:nvCxnSpPr>
          <p:spPr>
            <a:xfrm flipV="1">
              <a:off x="468424" y="4047565"/>
              <a:ext cx="3256411" cy="1640541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33493A09-DED1-D27A-6E13-8E68938A38F3}"/>
              </a:ext>
            </a:extLst>
          </p:cNvPr>
          <p:cNvGrpSpPr/>
          <p:nvPr/>
        </p:nvGrpSpPr>
        <p:grpSpPr>
          <a:xfrm>
            <a:off x="421532" y="6512094"/>
            <a:ext cx="3289856" cy="1640541"/>
            <a:chOff x="434979" y="4047565"/>
            <a:chExt cx="3289856" cy="1640541"/>
          </a:xfrm>
        </p:grpSpPr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504F085D-1FBE-C801-A352-351DBB56C895}"/>
                </a:ext>
              </a:extLst>
            </p:cNvPr>
            <p:cNvSpPr/>
            <p:nvPr/>
          </p:nvSpPr>
          <p:spPr>
            <a:xfrm>
              <a:off x="434979" y="4047565"/>
              <a:ext cx="3289856" cy="1640541"/>
            </a:xfrm>
            <a:prstGeom prst="rect">
              <a:avLst/>
            </a:prstGeom>
            <a:solidFill>
              <a:schemeClr val="bg2">
                <a:lumMod val="95000"/>
                <a:alpha val="60000"/>
              </a:schemeClr>
            </a:solidFill>
            <a:ln w="12700">
              <a:solidFill>
                <a:schemeClr val="accent4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rIns="45720" rtlCol="0" anchor="ctr"/>
            <a:lstStyle/>
            <a:p>
              <a:pPr algn="ctr"/>
              <a:endParaRPr lang="en-US"/>
            </a:p>
          </p:txBody>
        </p: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678E8D75-A90F-1BDD-F65A-2474596E1163}"/>
                </a:ext>
              </a:extLst>
            </p:cNvPr>
            <p:cNvCxnSpPr/>
            <p:nvPr/>
          </p:nvCxnSpPr>
          <p:spPr>
            <a:xfrm>
              <a:off x="434979" y="4047565"/>
              <a:ext cx="3289856" cy="1640541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7A5FE6E7-2A24-51DD-33FD-268C49FE96D3}"/>
                </a:ext>
              </a:extLst>
            </p:cNvPr>
            <p:cNvCxnSpPr/>
            <p:nvPr/>
          </p:nvCxnSpPr>
          <p:spPr>
            <a:xfrm flipV="1">
              <a:off x="468424" y="4047565"/>
              <a:ext cx="3256411" cy="1640541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0" name="Rectangle 39">
            <a:extLst>
              <a:ext uri="{FF2B5EF4-FFF2-40B4-BE49-F238E27FC236}">
                <a16:creationId xmlns:a16="http://schemas.microsoft.com/office/drawing/2014/main" id="{FFC4FBCC-1AF9-00A1-B541-2E1BF48854A9}"/>
              </a:ext>
            </a:extLst>
          </p:cNvPr>
          <p:cNvSpPr/>
          <p:nvPr/>
        </p:nvSpPr>
        <p:spPr>
          <a:xfrm>
            <a:off x="4043824" y="6515697"/>
            <a:ext cx="3289856" cy="1640541"/>
          </a:xfrm>
          <a:prstGeom prst="rect">
            <a:avLst/>
          </a:prstGeom>
          <a:solidFill>
            <a:schemeClr val="bg2">
              <a:lumMod val="95000"/>
              <a:alpha val="60000"/>
            </a:schemeClr>
          </a:solidFill>
          <a:ln w="12700">
            <a:solidFill>
              <a:schemeClr val="accent4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endParaRPr lang="en-US"/>
          </a:p>
        </p:txBody>
      </p: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F373C9D3-A45B-9215-9D76-287F0D871D90}"/>
              </a:ext>
            </a:extLst>
          </p:cNvPr>
          <p:cNvCxnSpPr/>
          <p:nvPr/>
        </p:nvCxnSpPr>
        <p:spPr>
          <a:xfrm>
            <a:off x="4043824" y="6515697"/>
            <a:ext cx="3289856" cy="1640541"/>
          </a:xfrm>
          <a:prstGeom prst="line">
            <a:avLst/>
          </a:prstGeom>
          <a:ln w="127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58B6B973-BA48-5F2A-317F-811C42CE5C97}"/>
              </a:ext>
            </a:extLst>
          </p:cNvPr>
          <p:cNvCxnSpPr/>
          <p:nvPr/>
        </p:nvCxnSpPr>
        <p:spPr>
          <a:xfrm flipV="1">
            <a:off x="4077269" y="6515697"/>
            <a:ext cx="3256411" cy="1640541"/>
          </a:xfrm>
          <a:prstGeom prst="line">
            <a:avLst/>
          </a:prstGeom>
          <a:ln w="127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D7520CC9-020A-A55C-D94F-A41E7A4388A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20759"/>
          <a:stretch/>
        </p:blipFill>
        <p:spPr>
          <a:xfrm>
            <a:off x="407203" y="6515697"/>
            <a:ext cx="3313221" cy="1640541"/>
          </a:xfrm>
          <a:prstGeom prst="rect">
            <a:avLst/>
          </a:prstGeom>
        </p:spPr>
      </p:pic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A0EC23AA-E879-9BE8-2C03-65413F8E168A}"/>
              </a:ext>
            </a:extLst>
          </p:cNvPr>
          <p:cNvSpPr/>
          <p:nvPr/>
        </p:nvSpPr>
        <p:spPr>
          <a:xfrm>
            <a:off x="1914581" y="4981895"/>
            <a:ext cx="436133" cy="323152"/>
          </a:xfrm>
          <a:prstGeom prst="roundRect">
            <a:avLst>
              <a:gd name="adj" fmla="val 7824"/>
            </a:avLst>
          </a:prstGeom>
          <a:noFill/>
          <a:ln w="12700">
            <a:solidFill>
              <a:srgbClr val="FF1E64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endParaRPr lang="en-US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202E88C8-DD36-1BDF-D4E5-B0D99FA867E9}"/>
              </a:ext>
            </a:extLst>
          </p:cNvPr>
          <p:cNvSpPr/>
          <p:nvPr/>
        </p:nvSpPr>
        <p:spPr>
          <a:xfrm>
            <a:off x="599206" y="1848669"/>
            <a:ext cx="274802" cy="274801"/>
          </a:xfrm>
          <a:prstGeom prst="ellipse">
            <a:avLst/>
          </a:prstGeom>
          <a:solidFill>
            <a:srgbClr val="D73E45"/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r>
              <a:rPr lang="en-US" sz="1600" dirty="0">
                <a:solidFill>
                  <a:schemeClr val="bg2"/>
                </a:solidFill>
                <a:latin typeface="CiscoSansTT" panose="020B0503020201020303" pitchFamily="34" charset="0"/>
                <a:cs typeface="CiscoSansTT" panose="020B0503020201020303" pitchFamily="34" charset="0"/>
              </a:rPr>
              <a:t>!</a:t>
            </a:r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B9302463-382E-0C37-278C-F7118A0F06F2}"/>
              </a:ext>
            </a:extLst>
          </p:cNvPr>
          <p:cNvSpPr txBox="1"/>
          <p:nvPr/>
        </p:nvSpPr>
        <p:spPr>
          <a:xfrm>
            <a:off x="378142" y="1000522"/>
            <a:ext cx="7020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solidFill>
                  <a:srgbClr val="07182D"/>
                </a:solidFill>
                <a:latin typeface="+mn-lt"/>
              </a:rPr>
              <a:t>Topic Title </a:t>
            </a:r>
            <a:r>
              <a:rPr lang="en-US">
                <a:solidFill>
                  <a:srgbClr val="07182D"/>
                </a:solidFill>
                <a:latin typeface="CiscoSansTT ExtraLight"/>
                <a:cs typeface="CiscoSansTT ExtraLight" panose="020B0303020201020303" pitchFamily="34" charset="0"/>
              </a:rPr>
              <a:t>&lt;</a:t>
            </a: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7182D"/>
                </a:solidFill>
                <a:effectLst/>
                <a:uLnTx/>
                <a:uFillTx/>
                <a:latin typeface="CiscoSansTT ExtraLight"/>
                <a:ea typeface="ＭＳ Ｐゴシック" charset="0"/>
                <a:cs typeface="CiscoSansTT ExtraLight" panose="020B0303020201020303" pitchFamily="34" charset="0"/>
              </a:rPr>
              <a:t> Step By Step With Screenshots </a:t>
            </a:r>
            <a:r>
              <a:rPr lang="en-US">
                <a:solidFill>
                  <a:srgbClr val="07182D"/>
                </a:solidFill>
                <a:latin typeface="CiscoSansTT ExtraLight"/>
                <a:cs typeface="CiscoSansTT ExtraLight" panose="020B0303020201020303" pitchFamily="34" charset="0"/>
              </a:rPr>
              <a:t>&gt;</a:t>
            </a:r>
            <a:r>
              <a:rPr lang="en-US" sz="1600">
                <a:solidFill>
                  <a:srgbClr val="07182D"/>
                </a:solidFill>
                <a:latin typeface="+mn-lt"/>
              </a:rPr>
              <a:t> </a:t>
            </a:r>
            <a:endParaRPr lang="en-US" sz="2800">
              <a:solidFill>
                <a:srgbClr val="07182D"/>
              </a:solidFill>
              <a:latin typeface="+mn-lt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C4E51278-BEE8-D85C-DE0D-D0EF70BF7B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 t="193" b="193"/>
          <a:stretch/>
        </p:blipFill>
        <p:spPr bwMode="auto">
          <a:xfrm>
            <a:off x="4051976" y="4057302"/>
            <a:ext cx="3273552" cy="16154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6" name="Picture 45">
            <a:extLst>
              <a:ext uri="{FF2B5EF4-FFF2-40B4-BE49-F238E27FC236}">
                <a16:creationId xmlns:a16="http://schemas.microsoft.com/office/drawing/2014/main" id="{DC97F157-9E40-E86F-FDB6-2321F5272C7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20759"/>
          <a:stretch/>
        </p:blipFill>
        <p:spPr>
          <a:xfrm>
            <a:off x="4051976" y="6517068"/>
            <a:ext cx="3313221" cy="1640541"/>
          </a:xfrm>
          <a:prstGeom prst="rect">
            <a:avLst/>
          </a:prstGeom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A795C51A-472C-3D1F-0607-998D5A1B84B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20759"/>
          <a:stretch/>
        </p:blipFill>
        <p:spPr>
          <a:xfrm>
            <a:off x="425274" y="4046882"/>
            <a:ext cx="3313221" cy="1640541"/>
          </a:xfrm>
          <a:prstGeom prst="rect">
            <a:avLst/>
          </a:prstGeom>
        </p:spPr>
      </p:pic>
      <p:sp>
        <p:nvSpPr>
          <p:cNvPr id="130" name="Rectangle 129">
            <a:extLst>
              <a:ext uri="{FF2B5EF4-FFF2-40B4-BE49-F238E27FC236}">
                <a16:creationId xmlns:a16="http://schemas.microsoft.com/office/drawing/2014/main" id="{79DCD7B5-94B6-CA8D-1804-76FF244362DC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152829" y="9495785"/>
            <a:ext cx="490626" cy="17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52348" tIns="26173" rIns="52348" bIns="26173" anchor="b">
            <a:spAutoFit/>
          </a:bodyPr>
          <a:lstStyle/>
          <a:p>
            <a:pPr defTabSz="519128" fontAlgn="auto">
              <a:spcBef>
                <a:spcPts val="0"/>
              </a:spcBef>
              <a:spcAft>
                <a:spcPts val="0"/>
              </a:spcAft>
              <a:defRPr/>
            </a:pPr>
            <a:fld id="{9455A196-DBE5-CA43-A2D6-20DA7E97BD65}" type="slidenum">
              <a:rPr lang="en-US" sz="800" spc="17" baseline="0" smtClean="0">
                <a:latin typeface="CiscoSansTT" panose="020B0503020201020303" pitchFamily="34" charset="0"/>
                <a:ea typeface="+mn-ea"/>
                <a:cs typeface="CiscoSansTT" panose="020B0503020201020303" pitchFamily="34" charset="0"/>
              </a:rPr>
              <a:t>6</a:t>
            </a:fld>
            <a:endParaRPr lang="en-US" sz="800" spc="17" baseline="0">
              <a:latin typeface="CiscoSansTT" panose="020B0503020201020303" pitchFamily="34" charset="0"/>
              <a:ea typeface="+mn-ea"/>
              <a:cs typeface="CiscoSansTT" panose="020B0503020201020303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A5C6128-8B1F-3EBE-67EC-A2E6BD956A5A}"/>
              </a:ext>
            </a:extLst>
          </p:cNvPr>
          <p:cNvSpPr/>
          <p:nvPr/>
        </p:nvSpPr>
        <p:spPr>
          <a:xfrm>
            <a:off x="0" y="9892145"/>
            <a:ext cx="7772400" cy="166255"/>
          </a:xfrm>
          <a:prstGeom prst="rect">
            <a:avLst/>
          </a:prstGeom>
          <a:gradFill flip="none" rotWithShape="1">
            <a:gsLst>
              <a:gs pos="50000">
                <a:srgbClr val="FFAABD"/>
              </a:gs>
              <a:gs pos="10000">
                <a:srgbClr val="FFD755"/>
              </a:gs>
              <a:gs pos="90000">
                <a:srgbClr val="D73E45"/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49C2DA5-CABA-8A7F-21D8-728B4E9816BE}"/>
              </a:ext>
            </a:extLst>
          </p:cNvPr>
          <p:cNvSpPr txBox="1"/>
          <p:nvPr/>
        </p:nvSpPr>
        <p:spPr>
          <a:xfrm>
            <a:off x="378142" y="442317"/>
            <a:ext cx="30383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1182E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</a:rPr>
              <a:t>Human Resources</a:t>
            </a:r>
            <a:endParaRPr lang="en-IL" b="1" dirty="0">
              <a:solidFill>
                <a:srgbClr val="01182E"/>
              </a:solidFill>
              <a:latin typeface="Inter" panose="02000503000000020004" pitchFamily="2" charset="0"/>
              <a:ea typeface="Inter" panose="02000503000000020004" pitchFamily="2" charset="0"/>
              <a:cs typeface="Inter" panose="02000503000000020004" pitchFamily="2" charset="0"/>
            </a:endParaRP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0676D720-E88E-3C64-FB6C-E520E22DB81D}"/>
              </a:ext>
            </a:extLst>
          </p:cNvPr>
          <p:cNvCxnSpPr>
            <a:cxnSpLocks/>
          </p:cNvCxnSpPr>
          <p:nvPr/>
        </p:nvCxnSpPr>
        <p:spPr>
          <a:xfrm>
            <a:off x="457200" y="847907"/>
            <a:ext cx="6858000" cy="0"/>
          </a:xfrm>
          <a:prstGeom prst="line">
            <a:avLst/>
          </a:prstGeom>
          <a:solidFill>
            <a:schemeClr val="bg2">
              <a:lumMod val="95000"/>
              <a:alpha val="60000"/>
            </a:schemeClr>
          </a:solidFill>
          <a:ln w="12700">
            <a:gradFill flip="none" rotWithShape="1">
              <a:gsLst>
                <a:gs pos="10000">
                  <a:srgbClr val="FFD755"/>
                </a:gs>
                <a:gs pos="50000">
                  <a:srgbClr val="FFAABD"/>
                </a:gs>
                <a:gs pos="90000">
                  <a:srgbClr val="D73E45"/>
                </a:gs>
              </a:gsLst>
              <a:lin ang="1200000" scaled="0"/>
              <a:tileRect/>
            </a:gra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</p:spTree>
    <p:extLst>
      <p:ext uri="{BB962C8B-B14F-4D97-AF65-F5344CB8AC3E}">
        <p14:creationId xmlns:p14="http://schemas.microsoft.com/office/powerpoint/2010/main" val="12971276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3A7DB8B-CA66-A11A-0F43-84AE7CD1C0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20A0B32A-6ADA-B73F-79E6-5CA2596BAA38}"/>
              </a:ext>
            </a:extLst>
          </p:cNvPr>
          <p:cNvSpPr txBox="1">
            <a:spLocks/>
          </p:cNvSpPr>
          <p:nvPr/>
        </p:nvSpPr>
        <p:spPr>
          <a:xfrm>
            <a:off x="1518617" y="8461378"/>
            <a:ext cx="4735166" cy="681494"/>
          </a:xfrm>
          <a:prstGeom prst="roundRect">
            <a:avLst>
              <a:gd name="adj" fmla="val 50000"/>
            </a:avLst>
          </a:prstGeom>
          <a:solidFill>
            <a:schemeClr val="bg2">
              <a:lumMod val="95000"/>
              <a:alpha val="60033"/>
            </a:schemeClr>
          </a:solidFill>
          <a:ln>
            <a:noFill/>
          </a:ln>
        </p:spPr>
        <p:txBody>
          <a:bodyPr anchor="ctr">
            <a:noAutofit/>
          </a:bodyPr>
          <a:lstStyle>
            <a:lvl1pPr marL="226482" indent="-226482" algn="l" defTabSz="912276" rtl="0" eaLnBrk="1" fontAlgn="base" hangingPunct="1">
              <a:lnSpc>
                <a:spcPct val="95000"/>
              </a:lnSpc>
              <a:spcBef>
                <a:spcPts val="1433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Arial" charset="0"/>
              <a:buChar char="•"/>
              <a:defRPr lang="en-US" sz="2400" kern="1200" dirty="0">
                <a:solidFill>
                  <a:schemeClr val="bg2"/>
                </a:solidFill>
                <a:latin typeface="+mn-lt"/>
                <a:ea typeface="ＭＳ Ｐゴシック" charset="0"/>
                <a:cs typeface="CiscoSans"/>
              </a:defRPr>
            </a:lvl1pPr>
            <a:lvl2pPr marL="457200" indent="-227013" algn="l" defTabSz="912276" rtl="0" eaLnBrk="1" fontAlgn="base" hangingPunct="1">
              <a:lnSpc>
                <a:spcPct val="95000"/>
              </a:lnSpc>
              <a:spcBef>
                <a:spcPts val="800"/>
              </a:spcBef>
              <a:spcAft>
                <a:spcPct val="0"/>
              </a:spcAft>
              <a:buClr>
                <a:schemeClr val="accent1"/>
              </a:buClr>
              <a:buFont typeface="Arial" charset="0"/>
              <a:buChar char="•"/>
              <a:defRPr lang="en-US" sz="2000" kern="1200" dirty="0">
                <a:solidFill>
                  <a:schemeClr val="bg2"/>
                </a:solidFill>
                <a:latin typeface="+mn-lt"/>
                <a:ea typeface="ＭＳ Ｐゴシック" charset="0"/>
                <a:cs typeface="CiscoSans"/>
              </a:defRPr>
            </a:lvl2pPr>
            <a:lvl3pPr marL="569913" indent="-230188" algn="l" defTabSz="912276" rtl="0" eaLnBrk="1" fontAlgn="base" hangingPunct="1">
              <a:lnSpc>
                <a:spcPct val="95000"/>
              </a:lnSpc>
              <a:spcBef>
                <a:spcPts val="833"/>
              </a:spcBef>
              <a:spcAft>
                <a:spcPct val="0"/>
              </a:spcAft>
              <a:buClr>
                <a:schemeClr val="accent1"/>
              </a:buClr>
              <a:buFont typeface="Arial" charset="0"/>
              <a:buChar char="•"/>
              <a:defRPr lang="en-US" sz="1800" kern="1200" dirty="0">
                <a:solidFill>
                  <a:schemeClr val="bg2"/>
                </a:solidFill>
                <a:latin typeface="+mn-lt"/>
                <a:ea typeface="ＭＳ Ｐゴシック" charset="0"/>
                <a:cs typeface="CiscoSans"/>
              </a:defRPr>
            </a:lvl3pPr>
            <a:lvl4pPr marL="687388" indent="-230188" algn="l" defTabSz="912276" rtl="0" eaLnBrk="1" fontAlgn="base" hangingPunct="1">
              <a:lnSpc>
                <a:spcPct val="95000"/>
              </a:lnSpc>
              <a:spcBef>
                <a:spcPts val="833"/>
              </a:spcBef>
              <a:spcAft>
                <a:spcPct val="0"/>
              </a:spcAft>
              <a:buClr>
                <a:schemeClr val="accent1"/>
              </a:buClr>
              <a:buFont typeface="Arial" charset="0"/>
              <a:buChar char="•"/>
              <a:defRPr lang="en-US" sz="1600" kern="1200" dirty="0">
                <a:solidFill>
                  <a:schemeClr val="bg2"/>
                </a:solidFill>
                <a:latin typeface="+mn-lt"/>
                <a:ea typeface="ＭＳ Ｐゴシック" charset="0"/>
                <a:cs typeface="CiscoSans"/>
              </a:defRPr>
            </a:lvl4pPr>
            <a:lvl5pPr marL="801688" indent="-231775" algn="l" defTabSz="912276" rtl="0" eaLnBrk="1" fontAlgn="base" hangingPunct="1">
              <a:lnSpc>
                <a:spcPct val="95000"/>
              </a:lnSpc>
              <a:spcBef>
                <a:spcPts val="833"/>
              </a:spcBef>
              <a:spcAft>
                <a:spcPct val="0"/>
              </a:spcAft>
              <a:buClr>
                <a:schemeClr val="accent1"/>
              </a:buClr>
              <a:buFont typeface="Arial" charset="0"/>
              <a:buChar char="•"/>
              <a:defRPr lang="en-US" sz="1400" kern="1200" dirty="0">
                <a:solidFill>
                  <a:schemeClr val="bg2"/>
                </a:solidFill>
                <a:latin typeface="+mn-lt"/>
                <a:ea typeface="ＭＳ Ｐゴシック" charset="0"/>
                <a:cs typeface="CiscoSans"/>
              </a:defRPr>
            </a:lvl5pPr>
            <a:lvl6pPr marL="1151798" indent="-228592" algn="l" defTabSz="914362" rtl="0" eaLnBrk="1" latinLnBrk="0" hangingPunct="1">
              <a:spcBef>
                <a:spcPts val="800"/>
              </a:spcBef>
              <a:buFont typeface="Arial" pitchFamily="34" charset="0"/>
              <a:buChar char="•"/>
              <a:defRPr sz="12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47781" indent="-228561" algn="l" defTabSz="914362" rtl="0" eaLnBrk="1" latinLnBrk="0" hangingPunct="1">
              <a:spcBef>
                <a:spcPts val="800"/>
              </a:spcBef>
              <a:buFont typeface="Arial" pitchFamily="34" charset="0"/>
              <a:buChar char="•"/>
              <a:defRPr sz="1067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267" indent="0" algn="l" defTabSz="914362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38" indent="-228592" algn="l" defTabSz="91436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2276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BCEB"/>
              </a:buClr>
              <a:buSzPct val="90000"/>
              <a:buFont typeface="Arial" charset="0"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1182E"/>
                </a:solidFill>
                <a:effectLst/>
                <a:uLnTx/>
                <a:uFillTx/>
                <a:latin typeface="CiscoSansTT Light"/>
                <a:ea typeface="ＭＳ Ｐゴシック" charset="0"/>
                <a:cs typeface="CiscoSans"/>
              </a:rPr>
              <a:t>For more information, please review the </a:t>
            </a:r>
            <a:b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D274D"/>
                </a:solidFill>
                <a:effectLst/>
                <a:uLnTx/>
                <a:uFillTx/>
                <a:latin typeface="CiscoSansTT Light"/>
                <a:ea typeface="ＭＳ Ｐゴシック" charset="0"/>
                <a:cs typeface="CiscoSans"/>
              </a:rPr>
            </a:b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BCEB"/>
                </a:solidFill>
                <a:effectLst/>
                <a:uLnTx/>
                <a:uFillTx/>
                <a:latin typeface="CiscoSansTT Light"/>
                <a:ea typeface="ＭＳ Ｐゴシック" charset="0"/>
                <a:cs typeface="CiscoSans"/>
              </a:rPr>
              <a:t>&lt;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BCEB"/>
                </a:solidFill>
                <a:effectLst/>
                <a:uLnTx/>
                <a:uFillTx/>
                <a:latin typeface="CiscoSansTT" panose="020B0503020201020303" pitchFamily="34" charset="0"/>
                <a:ea typeface="ＭＳ Ｐゴシック" charset="0"/>
                <a:cs typeface="CiscoSansTT" panose="020B0503020201020303" pitchFamily="34" charset="0"/>
              </a:rPr>
              <a:t>Insert Link For Further Resources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BCEB"/>
                </a:solidFill>
                <a:effectLst/>
                <a:uLnTx/>
                <a:uFillTx/>
                <a:latin typeface="CiscoSansTT Light"/>
                <a:ea typeface="ＭＳ Ｐゴシック" charset="0"/>
                <a:cs typeface="CiscoSans"/>
              </a:rPr>
              <a:t>&gt;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8624DBA9-7407-2C39-D585-FDF2A8794DE6}"/>
              </a:ext>
            </a:extLst>
          </p:cNvPr>
          <p:cNvSpPr/>
          <p:nvPr/>
        </p:nvSpPr>
        <p:spPr>
          <a:xfrm>
            <a:off x="421532" y="1667208"/>
            <a:ext cx="6976610" cy="1558601"/>
          </a:xfrm>
          <a:prstGeom prst="roundRect">
            <a:avLst>
              <a:gd name="adj" fmla="val 9985"/>
            </a:avLst>
          </a:prstGeom>
          <a:solidFill>
            <a:schemeClr val="bg2">
              <a:lumMod val="95000"/>
              <a:alpha val="60000"/>
            </a:schemeClr>
          </a:solidFill>
          <a:ln w="12700">
            <a:gradFill flip="none" rotWithShape="1">
              <a:gsLst>
                <a:gs pos="0">
                  <a:srgbClr val="FFD755"/>
                </a:gs>
                <a:gs pos="50000">
                  <a:srgbClr val="FFAABD"/>
                </a:gs>
                <a:gs pos="90000">
                  <a:srgbClr val="D73E45"/>
                </a:gs>
              </a:gsLst>
              <a:lin ang="1200000" scaled="0"/>
              <a:tileRect/>
            </a:gra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651FD28-CB2C-1448-C042-5C4E44836CC5}"/>
              </a:ext>
            </a:extLst>
          </p:cNvPr>
          <p:cNvCxnSpPr>
            <a:cxnSpLocks/>
          </p:cNvCxnSpPr>
          <p:nvPr/>
        </p:nvCxnSpPr>
        <p:spPr>
          <a:xfrm flipV="1">
            <a:off x="3886200" y="3469341"/>
            <a:ext cx="0" cy="4740390"/>
          </a:xfrm>
          <a:prstGeom prst="line">
            <a:avLst/>
          </a:prstGeom>
          <a:ln>
            <a:solidFill>
              <a:srgbClr val="07182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2DCFFEA1-D712-6456-998C-AB2BA438F625}"/>
              </a:ext>
            </a:extLst>
          </p:cNvPr>
          <p:cNvSpPr txBox="1"/>
          <p:nvPr/>
        </p:nvSpPr>
        <p:spPr>
          <a:xfrm>
            <a:off x="4042486" y="442317"/>
            <a:ext cx="3358814" cy="27699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0" indent="0" algn="r" defTabSz="609559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414244"/>
                </a:solidFill>
                <a:effectLst/>
                <a:uLnTx/>
                <a:uFillTx/>
                <a:latin typeface="CiscoSansTT" panose="020B0503020201020303" pitchFamily="34" charset="0"/>
                <a:ea typeface="ＭＳ Ｐゴシック" charset="0"/>
                <a:cs typeface="CiscoSansTT" panose="020B0503020201020303" pitchFamily="34" charset="0"/>
              </a:rPr>
              <a:t>&lt;Insert Document Title&gt;</a:t>
            </a: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B9E78E67-D417-E8C8-0B35-36EE378EDC72}"/>
              </a:ext>
            </a:extLst>
          </p:cNvPr>
          <p:cNvGrpSpPr/>
          <p:nvPr/>
        </p:nvGrpSpPr>
        <p:grpSpPr>
          <a:xfrm>
            <a:off x="434979" y="4047565"/>
            <a:ext cx="3289856" cy="4162166"/>
            <a:chOff x="434979" y="4047565"/>
            <a:chExt cx="3289856" cy="1640541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129364BC-64B6-4271-E018-A2B9516AA289}"/>
                </a:ext>
              </a:extLst>
            </p:cNvPr>
            <p:cNvSpPr/>
            <p:nvPr/>
          </p:nvSpPr>
          <p:spPr>
            <a:xfrm>
              <a:off x="434979" y="4047565"/>
              <a:ext cx="3289856" cy="1640541"/>
            </a:xfrm>
            <a:prstGeom prst="rect">
              <a:avLst/>
            </a:prstGeom>
            <a:solidFill>
              <a:schemeClr val="bg2">
                <a:lumMod val="95000"/>
                <a:alpha val="60000"/>
              </a:schemeClr>
            </a:solidFill>
            <a:ln w="12700">
              <a:solidFill>
                <a:schemeClr val="accent4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rIns="45720" rtlCol="0" anchor="ctr"/>
            <a:lstStyle/>
            <a:p>
              <a:pPr marL="0" marR="0" lvl="0" indent="0" algn="ctr" defTabSz="60955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414244"/>
                </a:solidFill>
                <a:effectLst/>
                <a:uLnTx/>
                <a:uFillTx/>
                <a:latin typeface="CiscoSansTT Light"/>
                <a:ea typeface="+mn-ea"/>
                <a:cs typeface="+mn-cs"/>
              </a:endParaRPr>
            </a:p>
          </p:txBody>
        </p: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482BE3E2-361B-67B8-3054-E9B88B2144AC}"/>
                </a:ext>
              </a:extLst>
            </p:cNvPr>
            <p:cNvCxnSpPr/>
            <p:nvPr/>
          </p:nvCxnSpPr>
          <p:spPr>
            <a:xfrm>
              <a:off x="434979" y="4047565"/>
              <a:ext cx="3289856" cy="1640541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966A8D7B-07EB-A52D-F9C6-749BD5E2EFB3}"/>
                </a:ext>
              </a:extLst>
            </p:cNvPr>
            <p:cNvCxnSpPr/>
            <p:nvPr/>
          </p:nvCxnSpPr>
          <p:spPr>
            <a:xfrm flipV="1">
              <a:off x="468424" y="4047565"/>
              <a:ext cx="3256411" cy="1640541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F96E5E10-4345-6650-5B8C-CA0544F7A383}"/>
              </a:ext>
            </a:extLst>
          </p:cNvPr>
          <p:cNvGrpSpPr/>
          <p:nvPr/>
        </p:nvGrpSpPr>
        <p:grpSpPr>
          <a:xfrm>
            <a:off x="4057271" y="4051168"/>
            <a:ext cx="3289856" cy="4158563"/>
            <a:chOff x="434979" y="4047565"/>
            <a:chExt cx="3289856" cy="1640541"/>
          </a:xfrm>
        </p:grpSpPr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CA098B1C-4A7A-BD13-AC75-1490F3E4469A}"/>
                </a:ext>
              </a:extLst>
            </p:cNvPr>
            <p:cNvSpPr/>
            <p:nvPr/>
          </p:nvSpPr>
          <p:spPr>
            <a:xfrm>
              <a:off x="434979" y="4047565"/>
              <a:ext cx="3289856" cy="1640541"/>
            </a:xfrm>
            <a:prstGeom prst="rect">
              <a:avLst/>
            </a:prstGeom>
            <a:solidFill>
              <a:schemeClr val="bg2">
                <a:lumMod val="95000"/>
                <a:alpha val="60000"/>
              </a:schemeClr>
            </a:solidFill>
            <a:ln w="12700">
              <a:solidFill>
                <a:schemeClr val="accent4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rIns="45720" rtlCol="0" anchor="ctr"/>
            <a:lstStyle/>
            <a:p>
              <a:pPr marL="0" marR="0" lvl="0" indent="0" algn="ctr" defTabSz="60955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414244"/>
                </a:solidFill>
                <a:effectLst/>
                <a:uLnTx/>
                <a:uFillTx/>
                <a:latin typeface="CiscoSansTT Light"/>
                <a:ea typeface="+mn-ea"/>
                <a:cs typeface="+mn-cs"/>
              </a:endParaRPr>
            </a:p>
          </p:txBody>
        </p: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703A9431-9425-834D-3D70-84479585CD11}"/>
                </a:ext>
              </a:extLst>
            </p:cNvPr>
            <p:cNvCxnSpPr/>
            <p:nvPr/>
          </p:nvCxnSpPr>
          <p:spPr>
            <a:xfrm>
              <a:off x="434979" y="4047565"/>
              <a:ext cx="3289856" cy="1640541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D181B004-014B-F7A9-8106-50E23B86A379}"/>
                </a:ext>
              </a:extLst>
            </p:cNvPr>
            <p:cNvCxnSpPr/>
            <p:nvPr/>
          </p:nvCxnSpPr>
          <p:spPr>
            <a:xfrm flipV="1">
              <a:off x="468424" y="4047565"/>
              <a:ext cx="3256411" cy="1640541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7D7A72F6-737B-4C1B-EC4D-F558A8355B2D}"/>
              </a:ext>
            </a:extLst>
          </p:cNvPr>
          <p:cNvSpPr txBox="1">
            <a:spLocks/>
          </p:cNvSpPr>
          <p:nvPr/>
        </p:nvSpPr>
        <p:spPr>
          <a:xfrm>
            <a:off x="897127" y="1819712"/>
            <a:ext cx="6270091" cy="1387800"/>
          </a:xfrm>
          <a:prstGeom prst="rect">
            <a:avLst/>
          </a:prstGeom>
        </p:spPr>
        <p:txBody>
          <a:bodyPr anchor="t">
            <a:noAutofit/>
          </a:bodyPr>
          <a:lstStyle>
            <a:lvl1pPr marL="226482" indent="-226482" algn="l" defTabSz="912276" rtl="0" eaLnBrk="1" fontAlgn="base" hangingPunct="1">
              <a:lnSpc>
                <a:spcPct val="95000"/>
              </a:lnSpc>
              <a:spcBef>
                <a:spcPts val="1433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Arial" charset="0"/>
              <a:buChar char="•"/>
              <a:defRPr lang="en-US" sz="2400" kern="1200" dirty="0">
                <a:solidFill>
                  <a:schemeClr val="bg2"/>
                </a:solidFill>
                <a:latin typeface="+mn-lt"/>
                <a:ea typeface="ＭＳ Ｐゴシック" charset="0"/>
                <a:cs typeface="CiscoSans"/>
              </a:defRPr>
            </a:lvl1pPr>
            <a:lvl2pPr marL="457200" indent="-227013" algn="l" defTabSz="912276" rtl="0" eaLnBrk="1" fontAlgn="base" hangingPunct="1">
              <a:lnSpc>
                <a:spcPct val="95000"/>
              </a:lnSpc>
              <a:spcBef>
                <a:spcPts val="800"/>
              </a:spcBef>
              <a:spcAft>
                <a:spcPct val="0"/>
              </a:spcAft>
              <a:buClr>
                <a:schemeClr val="accent1"/>
              </a:buClr>
              <a:buFont typeface="Arial" charset="0"/>
              <a:buChar char="•"/>
              <a:defRPr lang="en-US" sz="2000" kern="1200" dirty="0">
                <a:solidFill>
                  <a:schemeClr val="bg2"/>
                </a:solidFill>
                <a:latin typeface="+mn-lt"/>
                <a:ea typeface="ＭＳ Ｐゴシック" charset="0"/>
                <a:cs typeface="CiscoSans"/>
              </a:defRPr>
            </a:lvl2pPr>
            <a:lvl3pPr marL="569913" indent="-230188" algn="l" defTabSz="912276" rtl="0" eaLnBrk="1" fontAlgn="base" hangingPunct="1">
              <a:lnSpc>
                <a:spcPct val="95000"/>
              </a:lnSpc>
              <a:spcBef>
                <a:spcPts val="833"/>
              </a:spcBef>
              <a:spcAft>
                <a:spcPct val="0"/>
              </a:spcAft>
              <a:buClr>
                <a:schemeClr val="accent1"/>
              </a:buClr>
              <a:buFont typeface="Arial" charset="0"/>
              <a:buChar char="•"/>
              <a:defRPr lang="en-US" sz="1800" kern="1200" dirty="0">
                <a:solidFill>
                  <a:schemeClr val="bg2"/>
                </a:solidFill>
                <a:latin typeface="+mn-lt"/>
                <a:ea typeface="ＭＳ Ｐゴシック" charset="0"/>
                <a:cs typeface="CiscoSans"/>
              </a:defRPr>
            </a:lvl3pPr>
            <a:lvl4pPr marL="687388" indent="-230188" algn="l" defTabSz="912276" rtl="0" eaLnBrk="1" fontAlgn="base" hangingPunct="1">
              <a:lnSpc>
                <a:spcPct val="95000"/>
              </a:lnSpc>
              <a:spcBef>
                <a:spcPts val="833"/>
              </a:spcBef>
              <a:spcAft>
                <a:spcPct val="0"/>
              </a:spcAft>
              <a:buClr>
                <a:schemeClr val="accent1"/>
              </a:buClr>
              <a:buFont typeface="Arial" charset="0"/>
              <a:buChar char="•"/>
              <a:defRPr lang="en-US" sz="1600" kern="1200" dirty="0">
                <a:solidFill>
                  <a:schemeClr val="bg2"/>
                </a:solidFill>
                <a:latin typeface="+mn-lt"/>
                <a:ea typeface="ＭＳ Ｐゴシック" charset="0"/>
                <a:cs typeface="CiscoSans"/>
              </a:defRPr>
            </a:lvl4pPr>
            <a:lvl5pPr marL="801688" indent="-231775" algn="l" defTabSz="912276" rtl="0" eaLnBrk="1" fontAlgn="base" hangingPunct="1">
              <a:lnSpc>
                <a:spcPct val="95000"/>
              </a:lnSpc>
              <a:spcBef>
                <a:spcPts val="833"/>
              </a:spcBef>
              <a:spcAft>
                <a:spcPct val="0"/>
              </a:spcAft>
              <a:buClr>
                <a:schemeClr val="accent1"/>
              </a:buClr>
              <a:buFont typeface="Arial" charset="0"/>
              <a:buChar char="•"/>
              <a:defRPr lang="en-US" sz="1400" kern="1200" dirty="0">
                <a:solidFill>
                  <a:schemeClr val="bg2"/>
                </a:solidFill>
                <a:latin typeface="+mn-lt"/>
                <a:ea typeface="ＭＳ Ｐゴシック" charset="0"/>
                <a:cs typeface="CiscoSans"/>
              </a:defRPr>
            </a:lvl5pPr>
            <a:lvl6pPr marL="1151798" indent="-228592" algn="l" defTabSz="914362" rtl="0" eaLnBrk="1" latinLnBrk="0" hangingPunct="1">
              <a:spcBef>
                <a:spcPts val="800"/>
              </a:spcBef>
              <a:buFont typeface="Arial" pitchFamily="34" charset="0"/>
              <a:buChar char="•"/>
              <a:defRPr sz="12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47781" indent="-228561" algn="l" defTabSz="914362" rtl="0" eaLnBrk="1" latinLnBrk="0" hangingPunct="1">
              <a:spcBef>
                <a:spcPts val="800"/>
              </a:spcBef>
              <a:buFont typeface="Arial" pitchFamily="34" charset="0"/>
              <a:buChar char="•"/>
              <a:defRPr sz="1067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267" indent="0" algn="l" defTabSz="914362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38" indent="-228592" algn="l" defTabSz="91436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600">
                <a:solidFill>
                  <a:srgbClr val="01182E"/>
                </a:solidFill>
              </a:rPr>
              <a:t>&lt;Insert Notes/Important Message&gt;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A839DD81-CCCF-A5B0-DC9F-E3A8FA52BE98}"/>
              </a:ext>
            </a:extLst>
          </p:cNvPr>
          <p:cNvSpPr/>
          <p:nvPr/>
        </p:nvSpPr>
        <p:spPr>
          <a:xfrm>
            <a:off x="599206" y="1848669"/>
            <a:ext cx="274802" cy="274801"/>
          </a:xfrm>
          <a:prstGeom prst="ellipse">
            <a:avLst/>
          </a:prstGeom>
          <a:solidFill>
            <a:srgbClr val="D73E45"/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r>
              <a:rPr lang="en-US" sz="1600" dirty="0">
                <a:solidFill>
                  <a:schemeClr val="bg2"/>
                </a:solidFill>
                <a:latin typeface="CiscoSansTT" panose="020B0503020201020303" pitchFamily="34" charset="0"/>
                <a:cs typeface="CiscoSansTT" panose="020B0503020201020303" pitchFamily="34" charset="0"/>
              </a:rPr>
              <a:t>!</a:t>
            </a:r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642E1DA6-52D2-53FA-09B1-AAE0B542895D}"/>
              </a:ext>
            </a:extLst>
          </p:cNvPr>
          <p:cNvSpPr/>
          <p:nvPr/>
        </p:nvSpPr>
        <p:spPr>
          <a:xfrm>
            <a:off x="523149" y="3536150"/>
            <a:ext cx="332510" cy="332509"/>
          </a:xfrm>
          <a:prstGeom prst="ellipse">
            <a:avLst/>
          </a:prstGeom>
          <a:solidFill>
            <a:srgbClr val="FFAABD"/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r>
              <a:rPr lang="en-US" sz="1600">
                <a:solidFill>
                  <a:srgbClr val="01182E"/>
                </a:solidFill>
                <a:latin typeface="CiscoSansTT" panose="020B0503020201020303" pitchFamily="34" charset="0"/>
                <a:cs typeface="CiscoSansTT" panose="020B0503020201020303" pitchFamily="34" charset="0"/>
              </a:rPr>
              <a:t>1</a:t>
            </a:r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0B558ADF-7D48-2556-71A3-56AE3A26A206}"/>
              </a:ext>
            </a:extLst>
          </p:cNvPr>
          <p:cNvSpPr/>
          <p:nvPr/>
        </p:nvSpPr>
        <p:spPr>
          <a:xfrm>
            <a:off x="4206021" y="3536150"/>
            <a:ext cx="332510" cy="332509"/>
          </a:xfrm>
          <a:prstGeom prst="ellipse">
            <a:avLst/>
          </a:prstGeom>
          <a:solidFill>
            <a:schemeClr val="accent1"/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r>
              <a:rPr lang="en-US" sz="1600">
                <a:solidFill>
                  <a:srgbClr val="01182E"/>
                </a:solidFill>
                <a:latin typeface="CiscoSansTT" panose="020B0503020201020303" pitchFamily="34" charset="0"/>
                <a:cs typeface="CiscoSansTT" panose="020B0503020201020303" pitchFamily="34" charset="0"/>
              </a:rPr>
              <a:t>2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41CCD9CB-85B9-4547-6158-D6093F5EBFCB}"/>
              </a:ext>
            </a:extLst>
          </p:cNvPr>
          <p:cNvSpPr txBox="1"/>
          <p:nvPr/>
        </p:nvSpPr>
        <p:spPr>
          <a:xfrm>
            <a:off x="896625" y="3471572"/>
            <a:ext cx="25999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200">
                <a:solidFill>
                  <a:srgbClr val="01182E"/>
                </a:solidFill>
                <a:latin typeface="+mn-lt"/>
              </a:rPr>
              <a:t>&lt;Insert Text Description Of Step Starting With Action Verb&gt;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A7DC4D22-7D36-78A0-B0BF-DC26F8F03BCB}"/>
              </a:ext>
            </a:extLst>
          </p:cNvPr>
          <p:cNvSpPr txBox="1"/>
          <p:nvPr/>
        </p:nvSpPr>
        <p:spPr>
          <a:xfrm>
            <a:off x="4567244" y="3471572"/>
            <a:ext cx="25999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200">
                <a:solidFill>
                  <a:srgbClr val="01182E"/>
                </a:solidFill>
                <a:latin typeface="+mn-lt"/>
              </a:rPr>
              <a:t>&lt;Insert Text Description Of Step Starting With Action Verb&gt;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436CA146-FDC6-685F-CED9-8DBA277265C0}"/>
              </a:ext>
            </a:extLst>
          </p:cNvPr>
          <p:cNvSpPr txBox="1"/>
          <p:nvPr/>
        </p:nvSpPr>
        <p:spPr>
          <a:xfrm>
            <a:off x="378142" y="1000522"/>
            <a:ext cx="7020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solidFill>
                  <a:srgbClr val="07182D"/>
                </a:solidFill>
                <a:latin typeface="+mn-lt"/>
              </a:rPr>
              <a:t>Topic Title </a:t>
            </a:r>
            <a:r>
              <a:rPr lang="en-US">
                <a:solidFill>
                  <a:srgbClr val="07182D"/>
                </a:solidFill>
                <a:latin typeface="CiscoSansTT ExtraLight"/>
                <a:cs typeface="CiscoSansTT ExtraLight" panose="020B0303020201020303" pitchFamily="34" charset="0"/>
              </a:rPr>
              <a:t>&lt;</a:t>
            </a: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7182D"/>
                </a:solidFill>
                <a:effectLst/>
                <a:uLnTx/>
                <a:uFillTx/>
                <a:latin typeface="CiscoSansTT ExtraLight"/>
                <a:ea typeface="ＭＳ Ｐゴシック" charset="0"/>
                <a:cs typeface="CiscoSansTT ExtraLight" panose="020B0303020201020303" pitchFamily="34" charset="0"/>
              </a:rPr>
              <a:t> Step By Step With Screenshots </a:t>
            </a:r>
            <a:r>
              <a:rPr lang="en-US">
                <a:solidFill>
                  <a:srgbClr val="07182D"/>
                </a:solidFill>
                <a:latin typeface="CiscoSansTT ExtraLight"/>
                <a:cs typeface="CiscoSansTT ExtraLight" panose="020B0303020201020303" pitchFamily="34" charset="0"/>
              </a:rPr>
              <a:t>&gt;</a:t>
            </a:r>
            <a:r>
              <a:rPr lang="en-US" sz="1600">
                <a:solidFill>
                  <a:srgbClr val="07182D"/>
                </a:solidFill>
                <a:latin typeface="+mn-lt"/>
              </a:rPr>
              <a:t> </a:t>
            </a:r>
            <a:endParaRPr lang="en-US" sz="2800">
              <a:solidFill>
                <a:srgbClr val="07182D"/>
              </a:solidFill>
              <a:latin typeface="+mn-lt"/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CFD36512-C82B-65A6-FB65-A88008C1AAF9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152829" y="9495785"/>
            <a:ext cx="490626" cy="17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52348" tIns="26173" rIns="52348" bIns="26173" anchor="b">
            <a:spAutoFit/>
          </a:bodyPr>
          <a:lstStyle/>
          <a:p>
            <a:pPr defTabSz="519128" fontAlgn="auto">
              <a:spcBef>
                <a:spcPts val="0"/>
              </a:spcBef>
              <a:spcAft>
                <a:spcPts val="0"/>
              </a:spcAft>
              <a:defRPr/>
            </a:pPr>
            <a:fld id="{9455A196-DBE5-CA43-A2D6-20DA7E97BD65}" type="slidenum">
              <a:rPr lang="en-US" sz="800" spc="17" baseline="0" smtClean="0">
                <a:latin typeface="CiscoSansTT" panose="020B0503020201020303" pitchFamily="34" charset="0"/>
                <a:ea typeface="+mn-ea"/>
                <a:cs typeface="CiscoSansTT" panose="020B0503020201020303" pitchFamily="34" charset="0"/>
              </a:rPr>
              <a:t>7</a:t>
            </a:fld>
            <a:endParaRPr lang="en-US" sz="800" spc="17" baseline="0">
              <a:latin typeface="CiscoSansTT" panose="020B0503020201020303" pitchFamily="34" charset="0"/>
              <a:ea typeface="+mn-ea"/>
              <a:cs typeface="CiscoSansTT" panose="020B0503020201020303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91B6C8E-340D-7662-D4C0-E7E7AF8CE645}"/>
              </a:ext>
            </a:extLst>
          </p:cNvPr>
          <p:cNvSpPr/>
          <p:nvPr/>
        </p:nvSpPr>
        <p:spPr>
          <a:xfrm>
            <a:off x="0" y="9892145"/>
            <a:ext cx="7772400" cy="166255"/>
          </a:xfrm>
          <a:prstGeom prst="rect">
            <a:avLst/>
          </a:prstGeom>
          <a:gradFill flip="none" rotWithShape="1">
            <a:gsLst>
              <a:gs pos="50000">
                <a:srgbClr val="FFAABD"/>
              </a:gs>
              <a:gs pos="10000">
                <a:srgbClr val="FFD755"/>
              </a:gs>
              <a:gs pos="90000">
                <a:srgbClr val="D73E45"/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1ED9474-C1D4-1201-1681-62BA6752472F}"/>
              </a:ext>
            </a:extLst>
          </p:cNvPr>
          <p:cNvSpPr txBox="1"/>
          <p:nvPr/>
        </p:nvSpPr>
        <p:spPr>
          <a:xfrm>
            <a:off x="378142" y="442317"/>
            <a:ext cx="30383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1182E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</a:rPr>
              <a:t>Human Resources</a:t>
            </a:r>
            <a:endParaRPr lang="en-IL" b="1" dirty="0">
              <a:solidFill>
                <a:srgbClr val="01182E"/>
              </a:solidFill>
              <a:latin typeface="Inter" panose="02000503000000020004" pitchFamily="2" charset="0"/>
              <a:ea typeface="Inter" panose="02000503000000020004" pitchFamily="2" charset="0"/>
              <a:cs typeface="Inter" panose="02000503000000020004" pitchFamily="2" charset="0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E284556-D884-6049-FF1D-5A615A8D31AF}"/>
              </a:ext>
            </a:extLst>
          </p:cNvPr>
          <p:cNvCxnSpPr>
            <a:cxnSpLocks/>
          </p:cNvCxnSpPr>
          <p:nvPr/>
        </p:nvCxnSpPr>
        <p:spPr>
          <a:xfrm>
            <a:off x="457200" y="847907"/>
            <a:ext cx="6858000" cy="0"/>
          </a:xfrm>
          <a:prstGeom prst="line">
            <a:avLst/>
          </a:prstGeom>
          <a:solidFill>
            <a:schemeClr val="bg2">
              <a:lumMod val="95000"/>
              <a:alpha val="60000"/>
            </a:schemeClr>
          </a:solidFill>
          <a:ln w="12700">
            <a:gradFill flip="none" rotWithShape="1">
              <a:gsLst>
                <a:gs pos="10000">
                  <a:srgbClr val="FFD755"/>
                </a:gs>
                <a:gs pos="50000">
                  <a:srgbClr val="FFAABD"/>
                </a:gs>
                <a:gs pos="90000">
                  <a:srgbClr val="D73E45"/>
                </a:gs>
              </a:gsLst>
              <a:lin ang="1200000" scaled="0"/>
              <a:tileRect/>
            </a:gra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</p:spTree>
    <p:extLst>
      <p:ext uri="{BB962C8B-B14F-4D97-AF65-F5344CB8AC3E}">
        <p14:creationId xmlns:p14="http://schemas.microsoft.com/office/powerpoint/2010/main" val="11457571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F37BD8F-B0D6-BF55-F2E0-AA30A897F6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3C2AE3DB-A01E-E610-4BE8-39C5A8F868C4}"/>
              </a:ext>
            </a:extLst>
          </p:cNvPr>
          <p:cNvSpPr txBox="1">
            <a:spLocks/>
          </p:cNvSpPr>
          <p:nvPr/>
        </p:nvSpPr>
        <p:spPr>
          <a:xfrm>
            <a:off x="1518617" y="8461378"/>
            <a:ext cx="4735166" cy="681494"/>
          </a:xfrm>
          <a:prstGeom prst="roundRect">
            <a:avLst>
              <a:gd name="adj" fmla="val 50000"/>
            </a:avLst>
          </a:prstGeom>
          <a:solidFill>
            <a:schemeClr val="bg2">
              <a:lumMod val="95000"/>
              <a:alpha val="60033"/>
            </a:schemeClr>
          </a:solidFill>
          <a:ln>
            <a:noFill/>
          </a:ln>
        </p:spPr>
        <p:txBody>
          <a:bodyPr anchor="ctr">
            <a:noAutofit/>
          </a:bodyPr>
          <a:lstStyle>
            <a:lvl1pPr marL="226482" indent="-226482" algn="l" defTabSz="912276" rtl="0" eaLnBrk="1" fontAlgn="base" hangingPunct="1">
              <a:lnSpc>
                <a:spcPct val="95000"/>
              </a:lnSpc>
              <a:spcBef>
                <a:spcPts val="1433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Arial" charset="0"/>
              <a:buChar char="•"/>
              <a:defRPr lang="en-US" sz="2400" kern="1200" dirty="0">
                <a:solidFill>
                  <a:schemeClr val="bg2"/>
                </a:solidFill>
                <a:latin typeface="+mn-lt"/>
                <a:ea typeface="ＭＳ Ｐゴシック" charset="0"/>
                <a:cs typeface="CiscoSans"/>
              </a:defRPr>
            </a:lvl1pPr>
            <a:lvl2pPr marL="457200" indent="-227013" algn="l" defTabSz="912276" rtl="0" eaLnBrk="1" fontAlgn="base" hangingPunct="1">
              <a:lnSpc>
                <a:spcPct val="95000"/>
              </a:lnSpc>
              <a:spcBef>
                <a:spcPts val="800"/>
              </a:spcBef>
              <a:spcAft>
                <a:spcPct val="0"/>
              </a:spcAft>
              <a:buClr>
                <a:schemeClr val="accent1"/>
              </a:buClr>
              <a:buFont typeface="Arial" charset="0"/>
              <a:buChar char="•"/>
              <a:defRPr lang="en-US" sz="2000" kern="1200" dirty="0">
                <a:solidFill>
                  <a:schemeClr val="bg2"/>
                </a:solidFill>
                <a:latin typeface="+mn-lt"/>
                <a:ea typeface="ＭＳ Ｐゴシック" charset="0"/>
                <a:cs typeface="CiscoSans"/>
              </a:defRPr>
            </a:lvl2pPr>
            <a:lvl3pPr marL="569913" indent="-230188" algn="l" defTabSz="912276" rtl="0" eaLnBrk="1" fontAlgn="base" hangingPunct="1">
              <a:lnSpc>
                <a:spcPct val="95000"/>
              </a:lnSpc>
              <a:spcBef>
                <a:spcPts val="833"/>
              </a:spcBef>
              <a:spcAft>
                <a:spcPct val="0"/>
              </a:spcAft>
              <a:buClr>
                <a:schemeClr val="accent1"/>
              </a:buClr>
              <a:buFont typeface="Arial" charset="0"/>
              <a:buChar char="•"/>
              <a:defRPr lang="en-US" sz="1800" kern="1200" dirty="0">
                <a:solidFill>
                  <a:schemeClr val="bg2"/>
                </a:solidFill>
                <a:latin typeface="+mn-lt"/>
                <a:ea typeface="ＭＳ Ｐゴシック" charset="0"/>
                <a:cs typeface="CiscoSans"/>
              </a:defRPr>
            </a:lvl3pPr>
            <a:lvl4pPr marL="687388" indent="-230188" algn="l" defTabSz="912276" rtl="0" eaLnBrk="1" fontAlgn="base" hangingPunct="1">
              <a:lnSpc>
                <a:spcPct val="95000"/>
              </a:lnSpc>
              <a:spcBef>
                <a:spcPts val="833"/>
              </a:spcBef>
              <a:spcAft>
                <a:spcPct val="0"/>
              </a:spcAft>
              <a:buClr>
                <a:schemeClr val="accent1"/>
              </a:buClr>
              <a:buFont typeface="Arial" charset="0"/>
              <a:buChar char="•"/>
              <a:defRPr lang="en-US" sz="1600" kern="1200" dirty="0">
                <a:solidFill>
                  <a:schemeClr val="bg2"/>
                </a:solidFill>
                <a:latin typeface="+mn-lt"/>
                <a:ea typeface="ＭＳ Ｐゴシック" charset="0"/>
                <a:cs typeface="CiscoSans"/>
              </a:defRPr>
            </a:lvl4pPr>
            <a:lvl5pPr marL="801688" indent="-231775" algn="l" defTabSz="912276" rtl="0" eaLnBrk="1" fontAlgn="base" hangingPunct="1">
              <a:lnSpc>
                <a:spcPct val="95000"/>
              </a:lnSpc>
              <a:spcBef>
                <a:spcPts val="833"/>
              </a:spcBef>
              <a:spcAft>
                <a:spcPct val="0"/>
              </a:spcAft>
              <a:buClr>
                <a:schemeClr val="accent1"/>
              </a:buClr>
              <a:buFont typeface="Arial" charset="0"/>
              <a:buChar char="•"/>
              <a:defRPr lang="en-US" sz="1400" kern="1200" dirty="0">
                <a:solidFill>
                  <a:schemeClr val="bg2"/>
                </a:solidFill>
                <a:latin typeface="+mn-lt"/>
                <a:ea typeface="ＭＳ Ｐゴシック" charset="0"/>
                <a:cs typeface="CiscoSans"/>
              </a:defRPr>
            </a:lvl5pPr>
            <a:lvl6pPr marL="1151798" indent="-228592" algn="l" defTabSz="914362" rtl="0" eaLnBrk="1" latinLnBrk="0" hangingPunct="1">
              <a:spcBef>
                <a:spcPts val="800"/>
              </a:spcBef>
              <a:buFont typeface="Arial" pitchFamily="34" charset="0"/>
              <a:buChar char="•"/>
              <a:defRPr sz="12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47781" indent="-228561" algn="l" defTabSz="914362" rtl="0" eaLnBrk="1" latinLnBrk="0" hangingPunct="1">
              <a:spcBef>
                <a:spcPts val="800"/>
              </a:spcBef>
              <a:buFont typeface="Arial" pitchFamily="34" charset="0"/>
              <a:buChar char="•"/>
              <a:defRPr sz="1067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267" indent="0" algn="l" defTabSz="914362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38" indent="-228592" algn="l" defTabSz="91436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2276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BCEB"/>
              </a:buClr>
              <a:buSzPct val="90000"/>
              <a:buFont typeface="Arial" charset="0"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1182E"/>
                </a:solidFill>
                <a:effectLst/>
                <a:uLnTx/>
                <a:uFillTx/>
                <a:latin typeface="CiscoSansTT Light"/>
                <a:ea typeface="ＭＳ Ｐゴシック" charset="0"/>
                <a:cs typeface="CiscoSans"/>
              </a:rPr>
              <a:t>For more information, please review the </a:t>
            </a:r>
            <a:b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D274D"/>
                </a:solidFill>
                <a:effectLst/>
                <a:uLnTx/>
                <a:uFillTx/>
                <a:latin typeface="CiscoSansTT Light"/>
                <a:ea typeface="ＭＳ Ｐゴシック" charset="0"/>
                <a:cs typeface="CiscoSans"/>
              </a:rPr>
            </a:b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BCEB"/>
                </a:solidFill>
                <a:effectLst/>
                <a:uLnTx/>
                <a:uFillTx/>
                <a:latin typeface="CiscoSansTT Light"/>
                <a:ea typeface="ＭＳ Ｐゴシック" charset="0"/>
                <a:cs typeface="CiscoSans"/>
              </a:rPr>
              <a:t>&lt;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BCEB"/>
                </a:solidFill>
                <a:effectLst/>
                <a:uLnTx/>
                <a:uFillTx/>
                <a:latin typeface="CiscoSansTT" panose="020B0503020201020303" pitchFamily="34" charset="0"/>
                <a:ea typeface="ＭＳ Ｐゴシック" charset="0"/>
                <a:cs typeface="CiscoSansTT" panose="020B0503020201020303" pitchFamily="34" charset="0"/>
              </a:rPr>
              <a:t>Insert Link For Further Resources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BCEB"/>
                </a:solidFill>
                <a:effectLst/>
                <a:uLnTx/>
                <a:uFillTx/>
                <a:latin typeface="CiscoSansTT Light"/>
                <a:ea typeface="ＭＳ Ｐゴシック" charset="0"/>
                <a:cs typeface="CiscoSans"/>
              </a:rPr>
              <a:t>&gt;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1501C759-B0E3-5507-C5F6-ACB719571C44}"/>
              </a:ext>
            </a:extLst>
          </p:cNvPr>
          <p:cNvSpPr/>
          <p:nvPr/>
        </p:nvSpPr>
        <p:spPr>
          <a:xfrm>
            <a:off x="421532" y="1667208"/>
            <a:ext cx="6976610" cy="1558601"/>
          </a:xfrm>
          <a:prstGeom prst="roundRect">
            <a:avLst>
              <a:gd name="adj" fmla="val 9985"/>
            </a:avLst>
          </a:prstGeom>
          <a:solidFill>
            <a:schemeClr val="bg2">
              <a:lumMod val="95000"/>
              <a:alpha val="60000"/>
            </a:schemeClr>
          </a:solidFill>
          <a:ln w="12700">
            <a:gradFill flip="none" rotWithShape="1">
              <a:gsLst>
                <a:gs pos="0">
                  <a:srgbClr val="FFD755"/>
                </a:gs>
                <a:gs pos="50000">
                  <a:srgbClr val="FFAABD"/>
                </a:gs>
                <a:gs pos="90000">
                  <a:srgbClr val="D73E45"/>
                </a:gs>
              </a:gsLst>
              <a:lin ang="1200000" scaled="0"/>
              <a:tileRect/>
            </a:gra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99AB457-5BAC-6464-B85D-06CE0DD0CA9C}"/>
              </a:ext>
            </a:extLst>
          </p:cNvPr>
          <p:cNvCxnSpPr>
            <a:cxnSpLocks/>
          </p:cNvCxnSpPr>
          <p:nvPr/>
        </p:nvCxnSpPr>
        <p:spPr>
          <a:xfrm>
            <a:off x="425274" y="5782236"/>
            <a:ext cx="6921853" cy="0"/>
          </a:xfrm>
          <a:prstGeom prst="line">
            <a:avLst/>
          </a:prstGeom>
          <a:ln>
            <a:solidFill>
              <a:srgbClr val="07182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3F5D83B6-2941-B041-59ED-82A3825734AF}"/>
              </a:ext>
            </a:extLst>
          </p:cNvPr>
          <p:cNvSpPr txBox="1"/>
          <p:nvPr/>
        </p:nvSpPr>
        <p:spPr>
          <a:xfrm>
            <a:off x="4042486" y="442317"/>
            <a:ext cx="3358814" cy="27699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0" indent="0" algn="r" defTabSz="609559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414244"/>
                </a:solidFill>
                <a:effectLst/>
                <a:uLnTx/>
                <a:uFillTx/>
                <a:latin typeface="CiscoSansTT" panose="020B0503020201020303" pitchFamily="34" charset="0"/>
                <a:ea typeface="ＭＳ Ｐゴシック" charset="0"/>
                <a:cs typeface="CiscoSansTT" panose="020B0503020201020303" pitchFamily="34" charset="0"/>
              </a:rPr>
              <a:t>&lt;Insert Document Title&gt;</a:t>
            </a: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9873CF70-8FC0-C7A4-02C6-DAC67E57B376}"/>
              </a:ext>
            </a:extLst>
          </p:cNvPr>
          <p:cNvGrpSpPr/>
          <p:nvPr/>
        </p:nvGrpSpPr>
        <p:grpSpPr>
          <a:xfrm>
            <a:off x="3314624" y="3565701"/>
            <a:ext cx="3922113" cy="1955826"/>
            <a:chOff x="434979" y="4047565"/>
            <a:chExt cx="3289856" cy="1640541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BEB9BED3-B883-6C2E-9858-ACCA42CDF7B9}"/>
                </a:ext>
              </a:extLst>
            </p:cNvPr>
            <p:cNvSpPr/>
            <p:nvPr/>
          </p:nvSpPr>
          <p:spPr>
            <a:xfrm>
              <a:off x="434979" y="4047565"/>
              <a:ext cx="3289856" cy="1640541"/>
            </a:xfrm>
            <a:prstGeom prst="rect">
              <a:avLst/>
            </a:prstGeom>
            <a:solidFill>
              <a:schemeClr val="bg2">
                <a:lumMod val="95000"/>
                <a:alpha val="60000"/>
              </a:schemeClr>
            </a:solidFill>
            <a:ln w="12700">
              <a:solidFill>
                <a:schemeClr val="accent4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rIns="45720" rtlCol="0" anchor="ctr"/>
            <a:lstStyle/>
            <a:p>
              <a:pPr marL="0" marR="0" lvl="0" indent="0" algn="ctr" defTabSz="60955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414244"/>
                </a:solidFill>
                <a:effectLst/>
                <a:uLnTx/>
                <a:uFillTx/>
                <a:latin typeface="CiscoSansTT Light"/>
                <a:ea typeface="+mn-ea"/>
                <a:cs typeface="+mn-cs"/>
              </a:endParaRPr>
            </a:p>
          </p:txBody>
        </p: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7785F8D0-E2E3-2C7D-C78E-02D4511B8250}"/>
                </a:ext>
              </a:extLst>
            </p:cNvPr>
            <p:cNvCxnSpPr/>
            <p:nvPr/>
          </p:nvCxnSpPr>
          <p:spPr>
            <a:xfrm>
              <a:off x="434979" y="4047565"/>
              <a:ext cx="3289856" cy="1640541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4D39E47A-2337-D2C3-7E69-47DD2EACBDCA}"/>
                </a:ext>
              </a:extLst>
            </p:cNvPr>
            <p:cNvCxnSpPr/>
            <p:nvPr/>
          </p:nvCxnSpPr>
          <p:spPr>
            <a:xfrm flipV="1">
              <a:off x="468424" y="4047565"/>
              <a:ext cx="3256411" cy="1640541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23CBDE5D-D890-BCDD-131F-E69BE00C1EDF}"/>
              </a:ext>
            </a:extLst>
          </p:cNvPr>
          <p:cNvGrpSpPr/>
          <p:nvPr/>
        </p:nvGrpSpPr>
        <p:grpSpPr>
          <a:xfrm>
            <a:off x="3314623" y="6055339"/>
            <a:ext cx="3922113" cy="1955826"/>
            <a:chOff x="434979" y="4047565"/>
            <a:chExt cx="3289856" cy="1640541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02BFFF18-A1A8-62F4-8E9E-48E22BD01FDE}"/>
                </a:ext>
              </a:extLst>
            </p:cNvPr>
            <p:cNvSpPr/>
            <p:nvPr/>
          </p:nvSpPr>
          <p:spPr>
            <a:xfrm>
              <a:off x="434979" y="4047565"/>
              <a:ext cx="3289856" cy="1640541"/>
            </a:xfrm>
            <a:prstGeom prst="rect">
              <a:avLst/>
            </a:prstGeom>
            <a:solidFill>
              <a:schemeClr val="bg2">
                <a:lumMod val="95000"/>
                <a:alpha val="60000"/>
              </a:schemeClr>
            </a:solidFill>
            <a:ln w="12700">
              <a:solidFill>
                <a:schemeClr val="accent4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rIns="45720" rtlCol="0" anchor="ctr"/>
            <a:lstStyle/>
            <a:p>
              <a:pPr marL="0" marR="0" lvl="0" indent="0" algn="ctr" defTabSz="60955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414244"/>
                </a:solidFill>
                <a:effectLst/>
                <a:uLnTx/>
                <a:uFillTx/>
                <a:latin typeface="CiscoSansTT Light"/>
                <a:ea typeface="+mn-ea"/>
                <a:cs typeface="+mn-cs"/>
              </a:endParaRPr>
            </a:p>
          </p:txBody>
        </p: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850469E2-8B7E-4471-F860-B3BC201F7729}"/>
                </a:ext>
              </a:extLst>
            </p:cNvPr>
            <p:cNvCxnSpPr/>
            <p:nvPr/>
          </p:nvCxnSpPr>
          <p:spPr>
            <a:xfrm>
              <a:off x="434979" y="4047565"/>
              <a:ext cx="3289856" cy="1640541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38FF8929-07A5-E158-D568-28B30E6534CC}"/>
                </a:ext>
              </a:extLst>
            </p:cNvPr>
            <p:cNvCxnSpPr/>
            <p:nvPr/>
          </p:nvCxnSpPr>
          <p:spPr>
            <a:xfrm flipV="1">
              <a:off x="468424" y="4047565"/>
              <a:ext cx="3256411" cy="1640541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A312050A-7DEE-688F-1746-AC6EDA843CEC}"/>
              </a:ext>
            </a:extLst>
          </p:cNvPr>
          <p:cNvSpPr txBox="1">
            <a:spLocks/>
          </p:cNvSpPr>
          <p:nvPr/>
        </p:nvSpPr>
        <p:spPr>
          <a:xfrm>
            <a:off x="897127" y="1819712"/>
            <a:ext cx="6270091" cy="1387800"/>
          </a:xfrm>
          <a:prstGeom prst="rect">
            <a:avLst/>
          </a:prstGeom>
        </p:spPr>
        <p:txBody>
          <a:bodyPr anchor="t">
            <a:noAutofit/>
          </a:bodyPr>
          <a:lstStyle>
            <a:lvl1pPr marL="226482" indent="-226482" algn="l" defTabSz="912276" rtl="0" eaLnBrk="1" fontAlgn="base" hangingPunct="1">
              <a:lnSpc>
                <a:spcPct val="95000"/>
              </a:lnSpc>
              <a:spcBef>
                <a:spcPts val="1433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Arial" charset="0"/>
              <a:buChar char="•"/>
              <a:defRPr lang="en-US" sz="2400" kern="1200" dirty="0">
                <a:solidFill>
                  <a:schemeClr val="bg2"/>
                </a:solidFill>
                <a:latin typeface="+mn-lt"/>
                <a:ea typeface="ＭＳ Ｐゴシック" charset="0"/>
                <a:cs typeface="CiscoSans"/>
              </a:defRPr>
            </a:lvl1pPr>
            <a:lvl2pPr marL="457200" indent="-227013" algn="l" defTabSz="912276" rtl="0" eaLnBrk="1" fontAlgn="base" hangingPunct="1">
              <a:lnSpc>
                <a:spcPct val="95000"/>
              </a:lnSpc>
              <a:spcBef>
                <a:spcPts val="800"/>
              </a:spcBef>
              <a:spcAft>
                <a:spcPct val="0"/>
              </a:spcAft>
              <a:buClr>
                <a:schemeClr val="accent1"/>
              </a:buClr>
              <a:buFont typeface="Arial" charset="0"/>
              <a:buChar char="•"/>
              <a:defRPr lang="en-US" sz="2000" kern="1200" dirty="0">
                <a:solidFill>
                  <a:schemeClr val="bg2"/>
                </a:solidFill>
                <a:latin typeface="+mn-lt"/>
                <a:ea typeface="ＭＳ Ｐゴシック" charset="0"/>
                <a:cs typeface="CiscoSans"/>
              </a:defRPr>
            </a:lvl2pPr>
            <a:lvl3pPr marL="569913" indent="-230188" algn="l" defTabSz="912276" rtl="0" eaLnBrk="1" fontAlgn="base" hangingPunct="1">
              <a:lnSpc>
                <a:spcPct val="95000"/>
              </a:lnSpc>
              <a:spcBef>
                <a:spcPts val="833"/>
              </a:spcBef>
              <a:spcAft>
                <a:spcPct val="0"/>
              </a:spcAft>
              <a:buClr>
                <a:schemeClr val="accent1"/>
              </a:buClr>
              <a:buFont typeface="Arial" charset="0"/>
              <a:buChar char="•"/>
              <a:defRPr lang="en-US" sz="1800" kern="1200" dirty="0">
                <a:solidFill>
                  <a:schemeClr val="bg2"/>
                </a:solidFill>
                <a:latin typeface="+mn-lt"/>
                <a:ea typeface="ＭＳ Ｐゴシック" charset="0"/>
                <a:cs typeface="CiscoSans"/>
              </a:defRPr>
            </a:lvl3pPr>
            <a:lvl4pPr marL="687388" indent="-230188" algn="l" defTabSz="912276" rtl="0" eaLnBrk="1" fontAlgn="base" hangingPunct="1">
              <a:lnSpc>
                <a:spcPct val="95000"/>
              </a:lnSpc>
              <a:spcBef>
                <a:spcPts val="833"/>
              </a:spcBef>
              <a:spcAft>
                <a:spcPct val="0"/>
              </a:spcAft>
              <a:buClr>
                <a:schemeClr val="accent1"/>
              </a:buClr>
              <a:buFont typeface="Arial" charset="0"/>
              <a:buChar char="•"/>
              <a:defRPr lang="en-US" sz="1600" kern="1200" dirty="0">
                <a:solidFill>
                  <a:schemeClr val="bg2"/>
                </a:solidFill>
                <a:latin typeface="+mn-lt"/>
                <a:ea typeface="ＭＳ Ｐゴシック" charset="0"/>
                <a:cs typeface="CiscoSans"/>
              </a:defRPr>
            </a:lvl4pPr>
            <a:lvl5pPr marL="801688" indent="-231775" algn="l" defTabSz="912276" rtl="0" eaLnBrk="1" fontAlgn="base" hangingPunct="1">
              <a:lnSpc>
                <a:spcPct val="95000"/>
              </a:lnSpc>
              <a:spcBef>
                <a:spcPts val="833"/>
              </a:spcBef>
              <a:spcAft>
                <a:spcPct val="0"/>
              </a:spcAft>
              <a:buClr>
                <a:schemeClr val="accent1"/>
              </a:buClr>
              <a:buFont typeface="Arial" charset="0"/>
              <a:buChar char="•"/>
              <a:defRPr lang="en-US" sz="1400" kern="1200" dirty="0">
                <a:solidFill>
                  <a:schemeClr val="bg2"/>
                </a:solidFill>
                <a:latin typeface="+mn-lt"/>
                <a:ea typeface="ＭＳ Ｐゴシック" charset="0"/>
                <a:cs typeface="CiscoSans"/>
              </a:defRPr>
            </a:lvl5pPr>
            <a:lvl6pPr marL="1151798" indent="-228592" algn="l" defTabSz="914362" rtl="0" eaLnBrk="1" latinLnBrk="0" hangingPunct="1">
              <a:spcBef>
                <a:spcPts val="800"/>
              </a:spcBef>
              <a:buFont typeface="Arial" pitchFamily="34" charset="0"/>
              <a:buChar char="•"/>
              <a:defRPr sz="12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47781" indent="-228561" algn="l" defTabSz="914362" rtl="0" eaLnBrk="1" latinLnBrk="0" hangingPunct="1">
              <a:spcBef>
                <a:spcPts val="800"/>
              </a:spcBef>
              <a:buFont typeface="Arial" pitchFamily="34" charset="0"/>
              <a:buChar char="•"/>
              <a:defRPr sz="1067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267" indent="0" algn="l" defTabSz="914362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38" indent="-228592" algn="l" defTabSz="91436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600">
                <a:solidFill>
                  <a:srgbClr val="01182E"/>
                </a:solidFill>
              </a:rPr>
              <a:t>&lt;Insert Notes/Important Message&gt;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C5383DEB-C08A-6345-F889-536A2E7307A5}"/>
              </a:ext>
            </a:extLst>
          </p:cNvPr>
          <p:cNvSpPr/>
          <p:nvPr/>
        </p:nvSpPr>
        <p:spPr>
          <a:xfrm>
            <a:off x="599206" y="1848669"/>
            <a:ext cx="274802" cy="274801"/>
          </a:xfrm>
          <a:prstGeom prst="ellipse">
            <a:avLst/>
          </a:prstGeom>
          <a:solidFill>
            <a:srgbClr val="D73E45"/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r>
              <a:rPr lang="en-US" sz="1600" dirty="0">
                <a:solidFill>
                  <a:schemeClr val="bg2"/>
                </a:solidFill>
                <a:latin typeface="CiscoSansTT" panose="020B0503020201020303" pitchFamily="34" charset="0"/>
                <a:cs typeface="CiscoSansTT" panose="020B0503020201020303" pitchFamily="34" charset="0"/>
              </a:rPr>
              <a:t>!</a:t>
            </a:r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F1774B4A-C175-B552-5BA7-A9527B7BCF5B}"/>
              </a:ext>
            </a:extLst>
          </p:cNvPr>
          <p:cNvSpPr/>
          <p:nvPr/>
        </p:nvSpPr>
        <p:spPr>
          <a:xfrm>
            <a:off x="523149" y="3536150"/>
            <a:ext cx="332510" cy="332509"/>
          </a:xfrm>
          <a:prstGeom prst="ellipse">
            <a:avLst/>
          </a:prstGeom>
          <a:solidFill>
            <a:srgbClr val="FFAABD"/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r>
              <a:rPr lang="en-US" sz="1600">
                <a:solidFill>
                  <a:srgbClr val="01182E"/>
                </a:solidFill>
                <a:latin typeface="CiscoSansTT" panose="020B0503020201020303" pitchFamily="34" charset="0"/>
                <a:cs typeface="CiscoSansTT" panose="020B0503020201020303" pitchFamily="34" charset="0"/>
              </a:rPr>
              <a:t>1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E20FC893-4F44-C41D-C3AA-24E0BB6DBD70}"/>
              </a:ext>
            </a:extLst>
          </p:cNvPr>
          <p:cNvSpPr txBox="1"/>
          <p:nvPr/>
        </p:nvSpPr>
        <p:spPr>
          <a:xfrm>
            <a:off x="896626" y="3471572"/>
            <a:ext cx="219571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400">
                <a:solidFill>
                  <a:srgbClr val="01182E"/>
                </a:solidFill>
                <a:latin typeface="+mn-lt"/>
              </a:rPr>
              <a:t>&lt;Insert Text Description Of Step Starting With Action Verb&gt;</a:t>
            </a:r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C5D6B136-CA9F-BE6A-1471-FEC1BA7E05ED}"/>
              </a:ext>
            </a:extLst>
          </p:cNvPr>
          <p:cNvSpPr/>
          <p:nvPr/>
        </p:nvSpPr>
        <p:spPr>
          <a:xfrm>
            <a:off x="523149" y="6017300"/>
            <a:ext cx="332510" cy="332509"/>
          </a:xfrm>
          <a:prstGeom prst="ellipse">
            <a:avLst/>
          </a:prstGeom>
          <a:solidFill>
            <a:srgbClr val="FFAABD"/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r>
              <a:rPr lang="en-US" sz="1600">
                <a:solidFill>
                  <a:srgbClr val="01182E"/>
                </a:solidFill>
                <a:latin typeface="CiscoSansTT" panose="020B0503020201020303" pitchFamily="34" charset="0"/>
                <a:cs typeface="CiscoSansTT" panose="020B0503020201020303" pitchFamily="34" charset="0"/>
              </a:rPr>
              <a:t>2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A8DC79FB-5A39-8809-5291-4C237489B82E}"/>
              </a:ext>
            </a:extLst>
          </p:cNvPr>
          <p:cNvSpPr txBox="1"/>
          <p:nvPr/>
        </p:nvSpPr>
        <p:spPr>
          <a:xfrm>
            <a:off x="896626" y="5952722"/>
            <a:ext cx="219571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400">
                <a:solidFill>
                  <a:srgbClr val="01182E"/>
                </a:solidFill>
                <a:latin typeface="+mn-lt"/>
              </a:rPr>
              <a:t>&lt;Insert Text Description Of Step Starting With Action Verb&gt;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E93D7DB2-5F06-BE3D-9DEB-5486B184EDD6}"/>
              </a:ext>
            </a:extLst>
          </p:cNvPr>
          <p:cNvSpPr txBox="1"/>
          <p:nvPr/>
        </p:nvSpPr>
        <p:spPr>
          <a:xfrm>
            <a:off x="378142" y="1000522"/>
            <a:ext cx="7020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solidFill>
                  <a:srgbClr val="07182D"/>
                </a:solidFill>
                <a:latin typeface="+mn-lt"/>
              </a:rPr>
              <a:t>Topic Title </a:t>
            </a:r>
            <a:r>
              <a:rPr lang="en-US">
                <a:solidFill>
                  <a:srgbClr val="07182D"/>
                </a:solidFill>
                <a:latin typeface="CiscoSansTT ExtraLight"/>
                <a:cs typeface="CiscoSansTT ExtraLight" panose="020B0303020201020303" pitchFamily="34" charset="0"/>
              </a:rPr>
              <a:t>&lt;</a:t>
            </a: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7182D"/>
                </a:solidFill>
                <a:effectLst/>
                <a:uLnTx/>
                <a:uFillTx/>
                <a:latin typeface="CiscoSansTT ExtraLight"/>
                <a:ea typeface="ＭＳ Ｐゴシック" charset="0"/>
                <a:cs typeface="CiscoSansTT ExtraLight" panose="020B0303020201020303" pitchFamily="34" charset="0"/>
              </a:rPr>
              <a:t> Step By Step With Screenshots </a:t>
            </a:r>
            <a:r>
              <a:rPr lang="en-US">
                <a:solidFill>
                  <a:srgbClr val="07182D"/>
                </a:solidFill>
                <a:latin typeface="CiscoSansTT ExtraLight"/>
                <a:cs typeface="CiscoSansTT ExtraLight" panose="020B0303020201020303" pitchFamily="34" charset="0"/>
              </a:rPr>
              <a:t>&gt;</a:t>
            </a:r>
            <a:r>
              <a:rPr lang="en-US" sz="1600">
                <a:solidFill>
                  <a:srgbClr val="07182D"/>
                </a:solidFill>
                <a:latin typeface="+mn-lt"/>
              </a:rPr>
              <a:t> </a:t>
            </a:r>
            <a:endParaRPr lang="en-US" sz="2800">
              <a:solidFill>
                <a:srgbClr val="07182D"/>
              </a:solidFill>
              <a:latin typeface="+mn-lt"/>
            </a:endParaRP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B64BACB4-D80E-920C-9D83-EBE72D14D258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152829" y="9495785"/>
            <a:ext cx="490626" cy="17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52348" tIns="26173" rIns="52348" bIns="26173" anchor="b">
            <a:spAutoFit/>
          </a:bodyPr>
          <a:lstStyle/>
          <a:p>
            <a:pPr defTabSz="519128" fontAlgn="auto">
              <a:spcBef>
                <a:spcPts val="0"/>
              </a:spcBef>
              <a:spcAft>
                <a:spcPts val="0"/>
              </a:spcAft>
              <a:defRPr/>
            </a:pPr>
            <a:fld id="{9455A196-DBE5-CA43-A2D6-20DA7E97BD65}" type="slidenum">
              <a:rPr lang="en-US" sz="800" spc="17" baseline="0" smtClean="0">
                <a:latin typeface="CiscoSansTT" panose="020B0503020201020303" pitchFamily="34" charset="0"/>
                <a:ea typeface="+mn-ea"/>
                <a:cs typeface="CiscoSansTT" panose="020B0503020201020303" pitchFamily="34" charset="0"/>
              </a:rPr>
              <a:t>8</a:t>
            </a:fld>
            <a:endParaRPr lang="en-US" sz="800" spc="17" baseline="0">
              <a:latin typeface="CiscoSansTT" panose="020B0503020201020303" pitchFamily="34" charset="0"/>
              <a:ea typeface="+mn-ea"/>
              <a:cs typeface="CiscoSansTT" panose="020B0503020201020303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7D30FCB-8BF0-4CDB-DD9A-79501E4BFA3A}"/>
              </a:ext>
            </a:extLst>
          </p:cNvPr>
          <p:cNvSpPr/>
          <p:nvPr/>
        </p:nvSpPr>
        <p:spPr>
          <a:xfrm>
            <a:off x="0" y="9892145"/>
            <a:ext cx="7772400" cy="166255"/>
          </a:xfrm>
          <a:prstGeom prst="rect">
            <a:avLst/>
          </a:prstGeom>
          <a:gradFill flip="none" rotWithShape="1">
            <a:gsLst>
              <a:gs pos="50000">
                <a:srgbClr val="FFAABD"/>
              </a:gs>
              <a:gs pos="10000">
                <a:srgbClr val="FFD755"/>
              </a:gs>
              <a:gs pos="90000">
                <a:srgbClr val="D73E45"/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CBA6345-7453-88D2-4C82-AFB38C0306BD}"/>
              </a:ext>
            </a:extLst>
          </p:cNvPr>
          <p:cNvSpPr txBox="1"/>
          <p:nvPr/>
        </p:nvSpPr>
        <p:spPr>
          <a:xfrm>
            <a:off x="378142" y="442317"/>
            <a:ext cx="30383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1182E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</a:rPr>
              <a:t>Human Resources</a:t>
            </a:r>
            <a:endParaRPr lang="en-IL" b="1" dirty="0">
              <a:solidFill>
                <a:srgbClr val="01182E"/>
              </a:solidFill>
              <a:latin typeface="Inter" panose="02000503000000020004" pitchFamily="2" charset="0"/>
              <a:ea typeface="Inter" panose="02000503000000020004" pitchFamily="2" charset="0"/>
              <a:cs typeface="Inter" panose="02000503000000020004" pitchFamily="2" charset="0"/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2B233D90-8D99-001A-CAB9-C4739BC8687E}"/>
              </a:ext>
            </a:extLst>
          </p:cNvPr>
          <p:cNvCxnSpPr>
            <a:cxnSpLocks/>
          </p:cNvCxnSpPr>
          <p:nvPr/>
        </p:nvCxnSpPr>
        <p:spPr>
          <a:xfrm>
            <a:off x="457200" y="847907"/>
            <a:ext cx="6858000" cy="0"/>
          </a:xfrm>
          <a:prstGeom prst="line">
            <a:avLst/>
          </a:prstGeom>
          <a:solidFill>
            <a:schemeClr val="bg2">
              <a:lumMod val="95000"/>
              <a:alpha val="60000"/>
            </a:schemeClr>
          </a:solidFill>
          <a:ln w="12700">
            <a:gradFill flip="none" rotWithShape="1">
              <a:gsLst>
                <a:gs pos="10000">
                  <a:srgbClr val="FFD755"/>
                </a:gs>
                <a:gs pos="50000">
                  <a:srgbClr val="FFAABD"/>
                </a:gs>
                <a:gs pos="90000">
                  <a:srgbClr val="D73E45"/>
                </a:gs>
              </a:gsLst>
              <a:lin ang="1200000" scaled="0"/>
              <a:tileRect/>
            </a:gra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</p:spTree>
    <p:extLst>
      <p:ext uri="{BB962C8B-B14F-4D97-AF65-F5344CB8AC3E}">
        <p14:creationId xmlns:p14="http://schemas.microsoft.com/office/powerpoint/2010/main" val="39905701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009A580-D971-5771-6C58-28A13160B2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Box 20">
            <a:extLst>
              <a:ext uri="{FF2B5EF4-FFF2-40B4-BE49-F238E27FC236}">
                <a16:creationId xmlns:a16="http://schemas.microsoft.com/office/drawing/2014/main" id="{CB7DDE54-57BC-A6E8-C1DF-35EBE99D4951}"/>
              </a:ext>
            </a:extLst>
          </p:cNvPr>
          <p:cNvSpPr txBox="1"/>
          <p:nvPr/>
        </p:nvSpPr>
        <p:spPr>
          <a:xfrm>
            <a:off x="4042486" y="442317"/>
            <a:ext cx="3358814" cy="27699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0" indent="0" algn="r" defTabSz="609559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414244"/>
                </a:solidFill>
                <a:effectLst/>
                <a:uLnTx/>
                <a:uFillTx/>
                <a:latin typeface="CiscoSansTT" panose="020B0503020201020303" pitchFamily="34" charset="0"/>
                <a:ea typeface="ＭＳ Ｐゴシック" charset="0"/>
                <a:cs typeface="CiscoSansTT" panose="020B0503020201020303" pitchFamily="34" charset="0"/>
              </a:rPr>
              <a:t>&lt;Insert Document Title&gt;</a:t>
            </a:r>
          </a:p>
        </p:txBody>
      </p:sp>
      <p:sp>
        <p:nvSpPr>
          <p:cNvPr id="86" name="Rounded Rectangle 85">
            <a:extLst>
              <a:ext uri="{FF2B5EF4-FFF2-40B4-BE49-F238E27FC236}">
                <a16:creationId xmlns:a16="http://schemas.microsoft.com/office/drawing/2014/main" id="{602CC96D-49D0-7DB2-19BE-1B7C2D2EBE49}"/>
              </a:ext>
            </a:extLst>
          </p:cNvPr>
          <p:cNvSpPr/>
          <p:nvPr/>
        </p:nvSpPr>
        <p:spPr>
          <a:xfrm>
            <a:off x="421532" y="1717010"/>
            <a:ext cx="7002975" cy="915505"/>
          </a:xfrm>
          <a:prstGeom prst="roundRect">
            <a:avLst>
              <a:gd name="adj" fmla="val 9985"/>
            </a:avLst>
          </a:prstGeom>
          <a:solidFill>
            <a:schemeClr val="bg2">
              <a:lumMod val="95000"/>
              <a:alpha val="6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marL="0" marR="0" lvl="0" indent="0" algn="ctr" defTabSz="609559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414244"/>
              </a:solidFill>
              <a:effectLst/>
              <a:uLnTx/>
              <a:uFillTx/>
              <a:latin typeface="CiscoSansTT Light"/>
              <a:ea typeface="+mn-ea"/>
              <a:cs typeface="+mn-cs"/>
            </a:endParaRPr>
          </a:p>
        </p:txBody>
      </p:sp>
      <p:sp>
        <p:nvSpPr>
          <p:cNvPr id="87" name="Content Placeholder 2">
            <a:extLst>
              <a:ext uri="{FF2B5EF4-FFF2-40B4-BE49-F238E27FC236}">
                <a16:creationId xmlns:a16="http://schemas.microsoft.com/office/drawing/2014/main" id="{846C1708-20DB-C781-30D2-9702A8331DF3}"/>
              </a:ext>
            </a:extLst>
          </p:cNvPr>
          <p:cNvSpPr txBox="1">
            <a:spLocks/>
          </p:cNvSpPr>
          <p:nvPr/>
        </p:nvSpPr>
        <p:spPr>
          <a:xfrm>
            <a:off x="478570" y="1796454"/>
            <a:ext cx="6616985" cy="755632"/>
          </a:xfrm>
          <a:prstGeom prst="rect">
            <a:avLst/>
          </a:prstGeom>
        </p:spPr>
        <p:txBody>
          <a:bodyPr anchor="t">
            <a:noAutofit/>
          </a:bodyPr>
          <a:lstStyle>
            <a:lvl1pPr marL="226482" indent="-226482" algn="l" defTabSz="912276" rtl="0" eaLnBrk="1" fontAlgn="base" hangingPunct="1">
              <a:lnSpc>
                <a:spcPct val="95000"/>
              </a:lnSpc>
              <a:spcBef>
                <a:spcPts val="1433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Arial" charset="0"/>
              <a:buChar char="•"/>
              <a:defRPr lang="en-US" sz="2400" kern="1200" dirty="0">
                <a:solidFill>
                  <a:schemeClr val="bg2"/>
                </a:solidFill>
                <a:latin typeface="+mn-lt"/>
                <a:ea typeface="ＭＳ Ｐゴシック" charset="0"/>
                <a:cs typeface="CiscoSans"/>
              </a:defRPr>
            </a:lvl1pPr>
            <a:lvl2pPr marL="457200" indent="-227013" algn="l" defTabSz="912276" rtl="0" eaLnBrk="1" fontAlgn="base" hangingPunct="1">
              <a:lnSpc>
                <a:spcPct val="95000"/>
              </a:lnSpc>
              <a:spcBef>
                <a:spcPts val="800"/>
              </a:spcBef>
              <a:spcAft>
                <a:spcPct val="0"/>
              </a:spcAft>
              <a:buClr>
                <a:schemeClr val="accent1"/>
              </a:buClr>
              <a:buFont typeface="Arial" charset="0"/>
              <a:buChar char="•"/>
              <a:defRPr lang="en-US" sz="2000" kern="1200" dirty="0">
                <a:solidFill>
                  <a:schemeClr val="bg2"/>
                </a:solidFill>
                <a:latin typeface="+mn-lt"/>
                <a:ea typeface="ＭＳ Ｐゴシック" charset="0"/>
                <a:cs typeface="CiscoSans"/>
              </a:defRPr>
            </a:lvl2pPr>
            <a:lvl3pPr marL="569913" indent="-230188" algn="l" defTabSz="912276" rtl="0" eaLnBrk="1" fontAlgn="base" hangingPunct="1">
              <a:lnSpc>
                <a:spcPct val="95000"/>
              </a:lnSpc>
              <a:spcBef>
                <a:spcPts val="833"/>
              </a:spcBef>
              <a:spcAft>
                <a:spcPct val="0"/>
              </a:spcAft>
              <a:buClr>
                <a:schemeClr val="accent1"/>
              </a:buClr>
              <a:buFont typeface="Arial" charset="0"/>
              <a:buChar char="•"/>
              <a:defRPr lang="en-US" sz="1800" kern="1200" dirty="0">
                <a:solidFill>
                  <a:schemeClr val="bg2"/>
                </a:solidFill>
                <a:latin typeface="+mn-lt"/>
                <a:ea typeface="ＭＳ Ｐゴシック" charset="0"/>
                <a:cs typeface="CiscoSans"/>
              </a:defRPr>
            </a:lvl3pPr>
            <a:lvl4pPr marL="687388" indent="-230188" algn="l" defTabSz="912276" rtl="0" eaLnBrk="1" fontAlgn="base" hangingPunct="1">
              <a:lnSpc>
                <a:spcPct val="95000"/>
              </a:lnSpc>
              <a:spcBef>
                <a:spcPts val="833"/>
              </a:spcBef>
              <a:spcAft>
                <a:spcPct val="0"/>
              </a:spcAft>
              <a:buClr>
                <a:schemeClr val="accent1"/>
              </a:buClr>
              <a:buFont typeface="Arial" charset="0"/>
              <a:buChar char="•"/>
              <a:defRPr lang="en-US" sz="1600" kern="1200" dirty="0">
                <a:solidFill>
                  <a:schemeClr val="bg2"/>
                </a:solidFill>
                <a:latin typeface="+mn-lt"/>
                <a:ea typeface="ＭＳ Ｐゴシック" charset="0"/>
                <a:cs typeface="CiscoSans"/>
              </a:defRPr>
            </a:lvl4pPr>
            <a:lvl5pPr marL="801688" indent="-231775" algn="l" defTabSz="912276" rtl="0" eaLnBrk="1" fontAlgn="base" hangingPunct="1">
              <a:lnSpc>
                <a:spcPct val="95000"/>
              </a:lnSpc>
              <a:spcBef>
                <a:spcPts val="833"/>
              </a:spcBef>
              <a:spcAft>
                <a:spcPct val="0"/>
              </a:spcAft>
              <a:buClr>
                <a:schemeClr val="accent1"/>
              </a:buClr>
              <a:buFont typeface="Arial" charset="0"/>
              <a:buChar char="•"/>
              <a:defRPr lang="en-US" sz="1400" kern="1200" dirty="0">
                <a:solidFill>
                  <a:schemeClr val="bg2"/>
                </a:solidFill>
                <a:latin typeface="+mn-lt"/>
                <a:ea typeface="ＭＳ Ｐゴシック" charset="0"/>
                <a:cs typeface="CiscoSans"/>
              </a:defRPr>
            </a:lvl5pPr>
            <a:lvl6pPr marL="1151798" indent="-228592" algn="l" defTabSz="914362" rtl="0" eaLnBrk="1" latinLnBrk="0" hangingPunct="1">
              <a:spcBef>
                <a:spcPts val="800"/>
              </a:spcBef>
              <a:buFont typeface="Arial" pitchFamily="34" charset="0"/>
              <a:buChar char="•"/>
              <a:defRPr sz="12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47781" indent="-228561" algn="l" defTabSz="914362" rtl="0" eaLnBrk="1" latinLnBrk="0" hangingPunct="1">
              <a:spcBef>
                <a:spcPts val="800"/>
              </a:spcBef>
              <a:buFont typeface="Arial" pitchFamily="34" charset="0"/>
              <a:buChar char="•"/>
              <a:defRPr sz="1067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267" indent="0" algn="l" defTabSz="914362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38" indent="-228592" algn="l" defTabSz="91436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2276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BCEB"/>
              </a:buClr>
              <a:buSzPct val="90000"/>
              <a:buFont typeface="Arial" charset="0"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1182E"/>
                </a:solidFill>
                <a:effectLst/>
                <a:uLnTx/>
                <a:uFillTx/>
                <a:latin typeface="CiscoSansTT Light"/>
                <a:ea typeface="ＭＳ Ｐゴシック" charset="0"/>
                <a:cs typeface="CiscoSans"/>
              </a:rPr>
              <a:t>&lt;Insert Content&gt;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D5124E75-BCD3-B2CB-691E-BB02361D8201}"/>
              </a:ext>
            </a:extLst>
          </p:cNvPr>
          <p:cNvSpPr/>
          <p:nvPr/>
        </p:nvSpPr>
        <p:spPr>
          <a:xfrm>
            <a:off x="421532" y="2727198"/>
            <a:ext cx="6976610" cy="1036754"/>
          </a:xfrm>
          <a:prstGeom prst="roundRect">
            <a:avLst>
              <a:gd name="adj" fmla="val 9985"/>
            </a:avLst>
          </a:prstGeom>
          <a:solidFill>
            <a:schemeClr val="bg2">
              <a:lumMod val="95000"/>
              <a:alpha val="6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marL="0" marR="0" lvl="0" indent="0" algn="ctr" defTabSz="609559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414244"/>
              </a:solidFill>
              <a:effectLst/>
              <a:uLnTx/>
              <a:uFillTx/>
              <a:latin typeface="CiscoSansTT Light"/>
              <a:ea typeface="+mn-ea"/>
              <a:cs typeface="+mn-cs"/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37E58794-C306-345E-2A4F-22756B3A95EE}"/>
              </a:ext>
            </a:extLst>
          </p:cNvPr>
          <p:cNvSpPr txBox="1">
            <a:spLocks/>
          </p:cNvSpPr>
          <p:nvPr/>
        </p:nvSpPr>
        <p:spPr>
          <a:xfrm>
            <a:off x="620941" y="2859359"/>
            <a:ext cx="6616985" cy="755632"/>
          </a:xfrm>
          <a:prstGeom prst="rect">
            <a:avLst/>
          </a:prstGeom>
        </p:spPr>
        <p:txBody>
          <a:bodyPr anchor="t">
            <a:noAutofit/>
          </a:bodyPr>
          <a:lstStyle>
            <a:lvl1pPr marL="226482" indent="-226482" algn="l" defTabSz="912276" rtl="0" eaLnBrk="1" fontAlgn="base" hangingPunct="1">
              <a:lnSpc>
                <a:spcPct val="95000"/>
              </a:lnSpc>
              <a:spcBef>
                <a:spcPts val="1433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Arial" charset="0"/>
              <a:buChar char="•"/>
              <a:defRPr lang="en-US" sz="2400" kern="1200" dirty="0">
                <a:solidFill>
                  <a:schemeClr val="bg2"/>
                </a:solidFill>
                <a:latin typeface="+mn-lt"/>
                <a:ea typeface="ＭＳ Ｐゴシック" charset="0"/>
                <a:cs typeface="CiscoSans"/>
              </a:defRPr>
            </a:lvl1pPr>
            <a:lvl2pPr marL="457200" indent="-227013" algn="l" defTabSz="912276" rtl="0" eaLnBrk="1" fontAlgn="base" hangingPunct="1">
              <a:lnSpc>
                <a:spcPct val="95000"/>
              </a:lnSpc>
              <a:spcBef>
                <a:spcPts val="800"/>
              </a:spcBef>
              <a:spcAft>
                <a:spcPct val="0"/>
              </a:spcAft>
              <a:buClr>
                <a:schemeClr val="accent1"/>
              </a:buClr>
              <a:buFont typeface="Arial" charset="0"/>
              <a:buChar char="•"/>
              <a:defRPr lang="en-US" sz="2000" kern="1200" dirty="0">
                <a:solidFill>
                  <a:schemeClr val="bg2"/>
                </a:solidFill>
                <a:latin typeface="+mn-lt"/>
                <a:ea typeface="ＭＳ Ｐゴシック" charset="0"/>
                <a:cs typeface="CiscoSans"/>
              </a:defRPr>
            </a:lvl2pPr>
            <a:lvl3pPr marL="569913" indent="-230188" algn="l" defTabSz="912276" rtl="0" eaLnBrk="1" fontAlgn="base" hangingPunct="1">
              <a:lnSpc>
                <a:spcPct val="95000"/>
              </a:lnSpc>
              <a:spcBef>
                <a:spcPts val="833"/>
              </a:spcBef>
              <a:spcAft>
                <a:spcPct val="0"/>
              </a:spcAft>
              <a:buClr>
                <a:schemeClr val="accent1"/>
              </a:buClr>
              <a:buFont typeface="Arial" charset="0"/>
              <a:buChar char="•"/>
              <a:defRPr lang="en-US" sz="1800" kern="1200" dirty="0">
                <a:solidFill>
                  <a:schemeClr val="bg2"/>
                </a:solidFill>
                <a:latin typeface="+mn-lt"/>
                <a:ea typeface="ＭＳ Ｐゴシック" charset="0"/>
                <a:cs typeface="CiscoSans"/>
              </a:defRPr>
            </a:lvl3pPr>
            <a:lvl4pPr marL="687388" indent="-230188" algn="l" defTabSz="912276" rtl="0" eaLnBrk="1" fontAlgn="base" hangingPunct="1">
              <a:lnSpc>
                <a:spcPct val="95000"/>
              </a:lnSpc>
              <a:spcBef>
                <a:spcPts val="833"/>
              </a:spcBef>
              <a:spcAft>
                <a:spcPct val="0"/>
              </a:spcAft>
              <a:buClr>
                <a:schemeClr val="accent1"/>
              </a:buClr>
              <a:buFont typeface="Arial" charset="0"/>
              <a:buChar char="•"/>
              <a:defRPr lang="en-US" sz="1600" kern="1200" dirty="0">
                <a:solidFill>
                  <a:schemeClr val="bg2"/>
                </a:solidFill>
                <a:latin typeface="+mn-lt"/>
                <a:ea typeface="ＭＳ Ｐゴシック" charset="0"/>
                <a:cs typeface="CiscoSans"/>
              </a:defRPr>
            </a:lvl4pPr>
            <a:lvl5pPr marL="801688" indent="-231775" algn="l" defTabSz="912276" rtl="0" eaLnBrk="1" fontAlgn="base" hangingPunct="1">
              <a:lnSpc>
                <a:spcPct val="95000"/>
              </a:lnSpc>
              <a:spcBef>
                <a:spcPts val="833"/>
              </a:spcBef>
              <a:spcAft>
                <a:spcPct val="0"/>
              </a:spcAft>
              <a:buClr>
                <a:schemeClr val="accent1"/>
              </a:buClr>
              <a:buFont typeface="Arial" charset="0"/>
              <a:buChar char="•"/>
              <a:defRPr lang="en-US" sz="1400" kern="1200" dirty="0">
                <a:solidFill>
                  <a:schemeClr val="bg2"/>
                </a:solidFill>
                <a:latin typeface="+mn-lt"/>
                <a:ea typeface="ＭＳ Ｐゴシック" charset="0"/>
                <a:cs typeface="CiscoSans"/>
              </a:defRPr>
            </a:lvl5pPr>
            <a:lvl6pPr marL="1151798" indent="-228592" algn="l" defTabSz="914362" rtl="0" eaLnBrk="1" latinLnBrk="0" hangingPunct="1">
              <a:spcBef>
                <a:spcPts val="800"/>
              </a:spcBef>
              <a:buFont typeface="Arial" pitchFamily="34" charset="0"/>
              <a:buChar char="•"/>
              <a:defRPr sz="12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47781" indent="-228561" algn="l" defTabSz="914362" rtl="0" eaLnBrk="1" latinLnBrk="0" hangingPunct="1">
              <a:spcBef>
                <a:spcPts val="800"/>
              </a:spcBef>
              <a:buFont typeface="Arial" pitchFamily="34" charset="0"/>
              <a:buChar char="•"/>
              <a:defRPr sz="1067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267" indent="0" algn="l" defTabSz="914362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38" indent="-228592" algn="l" defTabSz="91436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2276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BCEB"/>
              </a:buClr>
              <a:buSzPct val="90000"/>
              <a:buFont typeface="Arial" charset="0"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1182E"/>
                </a:solidFill>
                <a:effectLst/>
                <a:uLnTx/>
                <a:uFillTx/>
                <a:latin typeface="CiscoSansTT Light"/>
                <a:ea typeface="ＭＳ Ｐゴシック" charset="0"/>
                <a:cs typeface="CiscoSans"/>
              </a:rPr>
              <a:t>&lt;Insert Content&gt;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F7F00C28-A93D-6ADB-9D99-3792B206607B}"/>
              </a:ext>
            </a:extLst>
          </p:cNvPr>
          <p:cNvSpPr/>
          <p:nvPr/>
        </p:nvSpPr>
        <p:spPr>
          <a:xfrm>
            <a:off x="421532" y="3858635"/>
            <a:ext cx="6976610" cy="1036754"/>
          </a:xfrm>
          <a:prstGeom prst="roundRect">
            <a:avLst>
              <a:gd name="adj" fmla="val 9985"/>
            </a:avLst>
          </a:prstGeom>
          <a:solidFill>
            <a:schemeClr val="bg2">
              <a:lumMod val="95000"/>
              <a:alpha val="6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marL="0" marR="0" lvl="0" indent="0" algn="ctr" defTabSz="609559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414244"/>
              </a:solidFill>
              <a:effectLst/>
              <a:uLnTx/>
              <a:uFillTx/>
              <a:latin typeface="CiscoSansTT Light"/>
              <a:ea typeface="+mn-ea"/>
              <a:cs typeface="+mn-cs"/>
            </a:endParaRP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DA5AA775-E11B-B7BF-92A0-F1CDD072ED2F}"/>
              </a:ext>
            </a:extLst>
          </p:cNvPr>
          <p:cNvSpPr txBox="1">
            <a:spLocks/>
          </p:cNvSpPr>
          <p:nvPr/>
        </p:nvSpPr>
        <p:spPr>
          <a:xfrm>
            <a:off x="620941" y="3990796"/>
            <a:ext cx="6616985" cy="755632"/>
          </a:xfrm>
          <a:prstGeom prst="rect">
            <a:avLst/>
          </a:prstGeom>
        </p:spPr>
        <p:txBody>
          <a:bodyPr anchor="t">
            <a:noAutofit/>
          </a:bodyPr>
          <a:lstStyle>
            <a:lvl1pPr marL="226482" indent="-226482" algn="l" defTabSz="912276" rtl="0" eaLnBrk="1" fontAlgn="base" hangingPunct="1">
              <a:lnSpc>
                <a:spcPct val="95000"/>
              </a:lnSpc>
              <a:spcBef>
                <a:spcPts val="1433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Arial" charset="0"/>
              <a:buChar char="•"/>
              <a:defRPr lang="en-US" sz="2400" kern="1200" dirty="0">
                <a:solidFill>
                  <a:schemeClr val="bg2"/>
                </a:solidFill>
                <a:latin typeface="+mn-lt"/>
                <a:ea typeface="ＭＳ Ｐゴシック" charset="0"/>
                <a:cs typeface="CiscoSans"/>
              </a:defRPr>
            </a:lvl1pPr>
            <a:lvl2pPr marL="457200" indent="-227013" algn="l" defTabSz="912276" rtl="0" eaLnBrk="1" fontAlgn="base" hangingPunct="1">
              <a:lnSpc>
                <a:spcPct val="95000"/>
              </a:lnSpc>
              <a:spcBef>
                <a:spcPts val="800"/>
              </a:spcBef>
              <a:spcAft>
                <a:spcPct val="0"/>
              </a:spcAft>
              <a:buClr>
                <a:schemeClr val="accent1"/>
              </a:buClr>
              <a:buFont typeface="Arial" charset="0"/>
              <a:buChar char="•"/>
              <a:defRPr lang="en-US" sz="2000" kern="1200" dirty="0">
                <a:solidFill>
                  <a:schemeClr val="bg2"/>
                </a:solidFill>
                <a:latin typeface="+mn-lt"/>
                <a:ea typeface="ＭＳ Ｐゴシック" charset="0"/>
                <a:cs typeface="CiscoSans"/>
              </a:defRPr>
            </a:lvl2pPr>
            <a:lvl3pPr marL="569913" indent="-230188" algn="l" defTabSz="912276" rtl="0" eaLnBrk="1" fontAlgn="base" hangingPunct="1">
              <a:lnSpc>
                <a:spcPct val="95000"/>
              </a:lnSpc>
              <a:spcBef>
                <a:spcPts val="833"/>
              </a:spcBef>
              <a:spcAft>
                <a:spcPct val="0"/>
              </a:spcAft>
              <a:buClr>
                <a:schemeClr val="accent1"/>
              </a:buClr>
              <a:buFont typeface="Arial" charset="0"/>
              <a:buChar char="•"/>
              <a:defRPr lang="en-US" sz="1800" kern="1200" dirty="0">
                <a:solidFill>
                  <a:schemeClr val="bg2"/>
                </a:solidFill>
                <a:latin typeface="+mn-lt"/>
                <a:ea typeface="ＭＳ Ｐゴシック" charset="0"/>
                <a:cs typeface="CiscoSans"/>
              </a:defRPr>
            </a:lvl3pPr>
            <a:lvl4pPr marL="687388" indent="-230188" algn="l" defTabSz="912276" rtl="0" eaLnBrk="1" fontAlgn="base" hangingPunct="1">
              <a:lnSpc>
                <a:spcPct val="95000"/>
              </a:lnSpc>
              <a:spcBef>
                <a:spcPts val="833"/>
              </a:spcBef>
              <a:spcAft>
                <a:spcPct val="0"/>
              </a:spcAft>
              <a:buClr>
                <a:schemeClr val="accent1"/>
              </a:buClr>
              <a:buFont typeface="Arial" charset="0"/>
              <a:buChar char="•"/>
              <a:defRPr lang="en-US" sz="1600" kern="1200" dirty="0">
                <a:solidFill>
                  <a:schemeClr val="bg2"/>
                </a:solidFill>
                <a:latin typeface="+mn-lt"/>
                <a:ea typeface="ＭＳ Ｐゴシック" charset="0"/>
                <a:cs typeface="CiscoSans"/>
              </a:defRPr>
            </a:lvl4pPr>
            <a:lvl5pPr marL="801688" indent="-231775" algn="l" defTabSz="912276" rtl="0" eaLnBrk="1" fontAlgn="base" hangingPunct="1">
              <a:lnSpc>
                <a:spcPct val="95000"/>
              </a:lnSpc>
              <a:spcBef>
                <a:spcPts val="833"/>
              </a:spcBef>
              <a:spcAft>
                <a:spcPct val="0"/>
              </a:spcAft>
              <a:buClr>
                <a:schemeClr val="accent1"/>
              </a:buClr>
              <a:buFont typeface="Arial" charset="0"/>
              <a:buChar char="•"/>
              <a:defRPr lang="en-US" sz="1400" kern="1200" dirty="0">
                <a:solidFill>
                  <a:schemeClr val="bg2"/>
                </a:solidFill>
                <a:latin typeface="+mn-lt"/>
                <a:ea typeface="ＭＳ Ｐゴシック" charset="0"/>
                <a:cs typeface="CiscoSans"/>
              </a:defRPr>
            </a:lvl5pPr>
            <a:lvl6pPr marL="1151798" indent="-228592" algn="l" defTabSz="914362" rtl="0" eaLnBrk="1" latinLnBrk="0" hangingPunct="1">
              <a:spcBef>
                <a:spcPts val="800"/>
              </a:spcBef>
              <a:buFont typeface="Arial" pitchFamily="34" charset="0"/>
              <a:buChar char="•"/>
              <a:defRPr sz="12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47781" indent="-228561" algn="l" defTabSz="914362" rtl="0" eaLnBrk="1" latinLnBrk="0" hangingPunct="1">
              <a:spcBef>
                <a:spcPts val="800"/>
              </a:spcBef>
              <a:buFont typeface="Arial" pitchFamily="34" charset="0"/>
              <a:buChar char="•"/>
              <a:defRPr sz="1067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267" indent="0" algn="l" defTabSz="914362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38" indent="-228592" algn="l" defTabSz="91436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2276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BCEB"/>
              </a:buClr>
              <a:buSzPct val="90000"/>
              <a:buFont typeface="Arial" charset="0"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1182E"/>
                </a:solidFill>
                <a:effectLst/>
                <a:uLnTx/>
                <a:uFillTx/>
                <a:latin typeface="CiscoSansTT Light"/>
                <a:ea typeface="ＭＳ Ｐゴシック" charset="0"/>
                <a:cs typeface="CiscoSans"/>
              </a:rPr>
              <a:t>&lt;Insert Content&gt;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B9D6C89A-B322-3DA7-F23F-E307832C1220}"/>
              </a:ext>
            </a:extLst>
          </p:cNvPr>
          <p:cNvSpPr txBox="1"/>
          <p:nvPr/>
        </p:nvSpPr>
        <p:spPr>
          <a:xfrm>
            <a:off x="378142" y="1000522"/>
            <a:ext cx="7020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solidFill>
                  <a:srgbClr val="07182D"/>
                </a:solidFill>
                <a:latin typeface="+mn-lt"/>
              </a:rPr>
              <a:t>Insert Topic</a:t>
            </a:r>
            <a:endParaRPr lang="en-US" sz="2800">
              <a:solidFill>
                <a:srgbClr val="07182D"/>
              </a:solidFill>
              <a:latin typeface="+mn-lt"/>
            </a:endParaRPr>
          </a:p>
        </p:txBody>
      </p:sp>
      <p:sp>
        <p:nvSpPr>
          <p:cNvPr id="47" name="Rounded Rectangle 46">
            <a:extLst>
              <a:ext uri="{FF2B5EF4-FFF2-40B4-BE49-F238E27FC236}">
                <a16:creationId xmlns:a16="http://schemas.microsoft.com/office/drawing/2014/main" id="{39726ED1-30E7-EC51-7A8D-8A50A145352A}"/>
              </a:ext>
            </a:extLst>
          </p:cNvPr>
          <p:cNvSpPr/>
          <p:nvPr/>
        </p:nvSpPr>
        <p:spPr>
          <a:xfrm>
            <a:off x="419590" y="5758251"/>
            <a:ext cx="6976610" cy="1036754"/>
          </a:xfrm>
          <a:prstGeom prst="roundRect">
            <a:avLst>
              <a:gd name="adj" fmla="val 9985"/>
            </a:avLst>
          </a:prstGeom>
          <a:solidFill>
            <a:schemeClr val="bg2">
              <a:lumMod val="95000"/>
              <a:alpha val="6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marL="0" marR="0" lvl="0" indent="0" algn="ctr" defTabSz="609559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414244"/>
              </a:solidFill>
              <a:effectLst/>
              <a:uLnTx/>
              <a:uFillTx/>
              <a:latin typeface="CiscoSansTT Light"/>
              <a:ea typeface="+mn-ea"/>
              <a:cs typeface="+mn-cs"/>
            </a:endParaRPr>
          </a:p>
        </p:txBody>
      </p:sp>
      <p:sp>
        <p:nvSpPr>
          <p:cNvPr id="48" name="Content Placeholder 2">
            <a:extLst>
              <a:ext uri="{FF2B5EF4-FFF2-40B4-BE49-F238E27FC236}">
                <a16:creationId xmlns:a16="http://schemas.microsoft.com/office/drawing/2014/main" id="{7F2220B4-5237-230A-CE18-361ACA31F5B3}"/>
              </a:ext>
            </a:extLst>
          </p:cNvPr>
          <p:cNvSpPr txBox="1">
            <a:spLocks/>
          </p:cNvSpPr>
          <p:nvPr/>
        </p:nvSpPr>
        <p:spPr>
          <a:xfrm>
            <a:off x="618999" y="5890412"/>
            <a:ext cx="6616985" cy="755632"/>
          </a:xfrm>
          <a:prstGeom prst="rect">
            <a:avLst/>
          </a:prstGeom>
        </p:spPr>
        <p:txBody>
          <a:bodyPr anchor="t">
            <a:noAutofit/>
          </a:bodyPr>
          <a:lstStyle>
            <a:lvl1pPr marL="226482" indent="-226482" algn="l" defTabSz="912276" rtl="0" eaLnBrk="1" fontAlgn="base" hangingPunct="1">
              <a:lnSpc>
                <a:spcPct val="95000"/>
              </a:lnSpc>
              <a:spcBef>
                <a:spcPts val="1433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Arial" charset="0"/>
              <a:buChar char="•"/>
              <a:defRPr lang="en-US" sz="2400" kern="1200" dirty="0">
                <a:solidFill>
                  <a:schemeClr val="bg2"/>
                </a:solidFill>
                <a:latin typeface="+mn-lt"/>
                <a:ea typeface="ＭＳ Ｐゴシック" charset="0"/>
                <a:cs typeface="CiscoSans"/>
              </a:defRPr>
            </a:lvl1pPr>
            <a:lvl2pPr marL="457200" indent="-227013" algn="l" defTabSz="912276" rtl="0" eaLnBrk="1" fontAlgn="base" hangingPunct="1">
              <a:lnSpc>
                <a:spcPct val="95000"/>
              </a:lnSpc>
              <a:spcBef>
                <a:spcPts val="800"/>
              </a:spcBef>
              <a:spcAft>
                <a:spcPct val="0"/>
              </a:spcAft>
              <a:buClr>
                <a:schemeClr val="accent1"/>
              </a:buClr>
              <a:buFont typeface="Arial" charset="0"/>
              <a:buChar char="•"/>
              <a:defRPr lang="en-US" sz="2000" kern="1200" dirty="0">
                <a:solidFill>
                  <a:schemeClr val="bg2"/>
                </a:solidFill>
                <a:latin typeface="+mn-lt"/>
                <a:ea typeface="ＭＳ Ｐゴシック" charset="0"/>
                <a:cs typeface="CiscoSans"/>
              </a:defRPr>
            </a:lvl2pPr>
            <a:lvl3pPr marL="569913" indent="-230188" algn="l" defTabSz="912276" rtl="0" eaLnBrk="1" fontAlgn="base" hangingPunct="1">
              <a:lnSpc>
                <a:spcPct val="95000"/>
              </a:lnSpc>
              <a:spcBef>
                <a:spcPts val="833"/>
              </a:spcBef>
              <a:spcAft>
                <a:spcPct val="0"/>
              </a:spcAft>
              <a:buClr>
                <a:schemeClr val="accent1"/>
              </a:buClr>
              <a:buFont typeface="Arial" charset="0"/>
              <a:buChar char="•"/>
              <a:defRPr lang="en-US" sz="1800" kern="1200" dirty="0">
                <a:solidFill>
                  <a:schemeClr val="bg2"/>
                </a:solidFill>
                <a:latin typeface="+mn-lt"/>
                <a:ea typeface="ＭＳ Ｐゴシック" charset="0"/>
                <a:cs typeface="CiscoSans"/>
              </a:defRPr>
            </a:lvl3pPr>
            <a:lvl4pPr marL="687388" indent="-230188" algn="l" defTabSz="912276" rtl="0" eaLnBrk="1" fontAlgn="base" hangingPunct="1">
              <a:lnSpc>
                <a:spcPct val="95000"/>
              </a:lnSpc>
              <a:spcBef>
                <a:spcPts val="833"/>
              </a:spcBef>
              <a:spcAft>
                <a:spcPct val="0"/>
              </a:spcAft>
              <a:buClr>
                <a:schemeClr val="accent1"/>
              </a:buClr>
              <a:buFont typeface="Arial" charset="0"/>
              <a:buChar char="•"/>
              <a:defRPr lang="en-US" sz="1600" kern="1200" dirty="0">
                <a:solidFill>
                  <a:schemeClr val="bg2"/>
                </a:solidFill>
                <a:latin typeface="+mn-lt"/>
                <a:ea typeface="ＭＳ Ｐゴシック" charset="0"/>
                <a:cs typeface="CiscoSans"/>
              </a:defRPr>
            </a:lvl4pPr>
            <a:lvl5pPr marL="801688" indent="-231775" algn="l" defTabSz="912276" rtl="0" eaLnBrk="1" fontAlgn="base" hangingPunct="1">
              <a:lnSpc>
                <a:spcPct val="95000"/>
              </a:lnSpc>
              <a:spcBef>
                <a:spcPts val="833"/>
              </a:spcBef>
              <a:spcAft>
                <a:spcPct val="0"/>
              </a:spcAft>
              <a:buClr>
                <a:schemeClr val="accent1"/>
              </a:buClr>
              <a:buFont typeface="Arial" charset="0"/>
              <a:buChar char="•"/>
              <a:defRPr lang="en-US" sz="1400" kern="1200" dirty="0">
                <a:solidFill>
                  <a:schemeClr val="bg2"/>
                </a:solidFill>
                <a:latin typeface="+mn-lt"/>
                <a:ea typeface="ＭＳ Ｐゴシック" charset="0"/>
                <a:cs typeface="CiscoSans"/>
              </a:defRPr>
            </a:lvl5pPr>
            <a:lvl6pPr marL="1151798" indent="-228592" algn="l" defTabSz="914362" rtl="0" eaLnBrk="1" latinLnBrk="0" hangingPunct="1">
              <a:spcBef>
                <a:spcPts val="800"/>
              </a:spcBef>
              <a:buFont typeface="Arial" pitchFamily="34" charset="0"/>
              <a:buChar char="•"/>
              <a:defRPr sz="12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47781" indent="-228561" algn="l" defTabSz="914362" rtl="0" eaLnBrk="1" latinLnBrk="0" hangingPunct="1">
              <a:spcBef>
                <a:spcPts val="800"/>
              </a:spcBef>
              <a:buFont typeface="Arial" pitchFamily="34" charset="0"/>
              <a:buChar char="•"/>
              <a:defRPr sz="1067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267" indent="0" algn="l" defTabSz="914362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38" indent="-228592" algn="l" defTabSz="91436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2276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BCEB"/>
              </a:buClr>
              <a:buSzPct val="90000"/>
              <a:buFont typeface="Arial" charset="0"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1182E"/>
                </a:solidFill>
                <a:effectLst/>
                <a:uLnTx/>
                <a:uFillTx/>
                <a:latin typeface="CiscoSansTT Light"/>
                <a:ea typeface="ＭＳ Ｐゴシック" charset="0"/>
                <a:cs typeface="CiscoSans"/>
              </a:rPr>
              <a:t>&lt;Insert Content&gt;</a:t>
            </a:r>
          </a:p>
        </p:txBody>
      </p:sp>
      <p:sp>
        <p:nvSpPr>
          <p:cNvPr id="65" name="Rounded Rectangle 64">
            <a:extLst>
              <a:ext uri="{FF2B5EF4-FFF2-40B4-BE49-F238E27FC236}">
                <a16:creationId xmlns:a16="http://schemas.microsoft.com/office/drawing/2014/main" id="{13055386-DE17-5736-59C3-5C76CDC5C930}"/>
              </a:ext>
            </a:extLst>
          </p:cNvPr>
          <p:cNvSpPr/>
          <p:nvPr/>
        </p:nvSpPr>
        <p:spPr>
          <a:xfrm>
            <a:off x="419590" y="6889688"/>
            <a:ext cx="6976610" cy="1036754"/>
          </a:xfrm>
          <a:prstGeom prst="roundRect">
            <a:avLst>
              <a:gd name="adj" fmla="val 9985"/>
            </a:avLst>
          </a:prstGeom>
          <a:solidFill>
            <a:schemeClr val="bg2">
              <a:lumMod val="95000"/>
              <a:alpha val="6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marL="0" marR="0" lvl="0" indent="0" algn="ctr" defTabSz="609559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414244"/>
              </a:solidFill>
              <a:effectLst/>
              <a:uLnTx/>
              <a:uFillTx/>
              <a:latin typeface="CiscoSansTT Light"/>
              <a:ea typeface="+mn-ea"/>
              <a:cs typeface="+mn-cs"/>
            </a:endParaRPr>
          </a:p>
        </p:txBody>
      </p:sp>
      <p:sp>
        <p:nvSpPr>
          <p:cNvPr id="68" name="Content Placeholder 2">
            <a:extLst>
              <a:ext uri="{FF2B5EF4-FFF2-40B4-BE49-F238E27FC236}">
                <a16:creationId xmlns:a16="http://schemas.microsoft.com/office/drawing/2014/main" id="{27AED1AE-0A08-D78A-C938-2D6AD415E043}"/>
              </a:ext>
            </a:extLst>
          </p:cNvPr>
          <p:cNvSpPr txBox="1">
            <a:spLocks/>
          </p:cNvSpPr>
          <p:nvPr/>
        </p:nvSpPr>
        <p:spPr>
          <a:xfrm>
            <a:off x="618999" y="7021849"/>
            <a:ext cx="6616985" cy="755632"/>
          </a:xfrm>
          <a:prstGeom prst="rect">
            <a:avLst/>
          </a:prstGeom>
        </p:spPr>
        <p:txBody>
          <a:bodyPr anchor="t">
            <a:noAutofit/>
          </a:bodyPr>
          <a:lstStyle>
            <a:lvl1pPr marL="226482" indent="-226482" algn="l" defTabSz="912276" rtl="0" eaLnBrk="1" fontAlgn="base" hangingPunct="1">
              <a:lnSpc>
                <a:spcPct val="95000"/>
              </a:lnSpc>
              <a:spcBef>
                <a:spcPts val="1433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Arial" charset="0"/>
              <a:buChar char="•"/>
              <a:defRPr lang="en-US" sz="2400" kern="1200" dirty="0">
                <a:solidFill>
                  <a:schemeClr val="bg2"/>
                </a:solidFill>
                <a:latin typeface="+mn-lt"/>
                <a:ea typeface="ＭＳ Ｐゴシック" charset="0"/>
                <a:cs typeface="CiscoSans"/>
              </a:defRPr>
            </a:lvl1pPr>
            <a:lvl2pPr marL="457200" indent="-227013" algn="l" defTabSz="912276" rtl="0" eaLnBrk="1" fontAlgn="base" hangingPunct="1">
              <a:lnSpc>
                <a:spcPct val="95000"/>
              </a:lnSpc>
              <a:spcBef>
                <a:spcPts val="800"/>
              </a:spcBef>
              <a:spcAft>
                <a:spcPct val="0"/>
              </a:spcAft>
              <a:buClr>
                <a:schemeClr val="accent1"/>
              </a:buClr>
              <a:buFont typeface="Arial" charset="0"/>
              <a:buChar char="•"/>
              <a:defRPr lang="en-US" sz="2000" kern="1200" dirty="0">
                <a:solidFill>
                  <a:schemeClr val="bg2"/>
                </a:solidFill>
                <a:latin typeface="+mn-lt"/>
                <a:ea typeface="ＭＳ Ｐゴシック" charset="0"/>
                <a:cs typeface="CiscoSans"/>
              </a:defRPr>
            </a:lvl2pPr>
            <a:lvl3pPr marL="569913" indent="-230188" algn="l" defTabSz="912276" rtl="0" eaLnBrk="1" fontAlgn="base" hangingPunct="1">
              <a:lnSpc>
                <a:spcPct val="95000"/>
              </a:lnSpc>
              <a:spcBef>
                <a:spcPts val="833"/>
              </a:spcBef>
              <a:spcAft>
                <a:spcPct val="0"/>
              </a:spcAft>
              <a:buClr>
                <a:schemeClr val="accent1"/>
              </a:buClr>
              <a:buFont typeface="Arial" charset="0"/>
              <a:buChar char="•"/>
              <a:defRPr lang="en-US" sz="1800" kern="1200" dirty="0">
                <a:solidFill>
                  <a:schemeClr val="bg2"/>
                </a:solidFill>
                <a:latin typeface="+mn-lt"/>
                <a:ea typeface="ＭＳ Ｐゴシック" charset="0"/>
                <a:cs typeface="CiscoSans"/>
              </a:defRPr>
            </a:lvl3pPr>
            <a:lvl4pPr marL="687388" indent="-230188" algn="l" defTabSz="912276" rtl="0" eaLnBrk="1" fontAlgn="base" hangingPunct="1">
              <a:lnSpc>
                <a:spcPct val="95000"/>
              </a:lnSpc>
              <a:spcBef>
                <a:spcPts val="833"/>
              </a:spcBef>
              <a:spcAft>
                <a:spcPct val="0"/>
              </a:spcAft>
              <a:buClr>
                <a:schemeClr val="accent1"/>
              </a:buClr>
              <a:buFont typeface="Arial" charset="0"/>
              <a:buChar char="•"/>
              <a:defRPr lang="en-US" sz="1600" kern="1200" dirty="0">
                <a:solidFill>
                  <a:schemeClr val="bg2"/>
                </a:solidFill>
                <a:latin typeface="+mn-lt"/>
                <a:ea typeface="ＭＳ Ｐゴシック" charset="0"/>
                <a:cs typeface="CiscoSans"/>
              </a:defRPr>
            </a:lvl4pPr>
            <a:lvl5pPr marL="801688" indent="-231775" algn="l" defTabSz="912276" rtl="0" eaLnBrk="1" fontAlgn="base" hangingPunct="1">
              <a:lnSpc>
                <a:spcPct val="95000"/>
              </a:lnSpc>
              <a:spcBef>
                <a:spcPts val="833"/>
              </a:spcBef>
              <a:spcAft>
                <a:spcPct val="0"/>
              </a:spcAft>
              <a:buClr>
                <a:schemeClr val="accent1"/>
              </a:buClr>
              <a:buFont typeface="Arial" charset="0"/>
              <a:buChar char="•"/>
              <a:defRPr lang="en-US" sz="1400" kern="1200" dirty="0">
                <a:solidFill>
                  <a:schemeClr val="bg2"/>
                </a:solidFill>
                <a:latin typeface="+mn-lt"/>
                <a:ea typeface="ＭＳ Ｐゴシック" charset="0"/>
                <a:cs typeface="CiscoSans"/>
              </a:defRPr>
            </a:lvl5pPr>
            <a:lvl6pPr marL="1151798" indent="-228592" algn="l" defTabSz="914362" rtl="0" eaLnBrk="1" latinLnBrk="0" hangingPunct="1">
              <a:spcBef>
                <a:spcPts val="800"/>
              </a:spcBef>
              <a:buFont typeface="Arial" pitchFamily="34" charset="0"/>
              <a:buChar char="•"/>
              <a:defRPr sz="12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47781" indent="-228561" algn="l" defTabSz="914362" rtl="0" eaLnBrk="1" latinLnBrk="0" hangingPunct="1">
              <a:spcBef>
                <a:spcPts val="800"/>
              </a:spcBef>
              <a:buFont typeface="Arial" pitchFamily="34" charset="0"/>
              <a:buChar char="•"/>
              <a:defRPr sz="1067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267" indent="0" algn="l" defTabSz="914362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38" indent="-228592" algn="l" defTabSz="91436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2276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BCEB"/>
              </a:buClr>
              <a:buSzPct val="90000"/>
              <a:buFont typeface="Arial" charset="0"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1182E"/>
                </a:solidFill>
                <a:effectLst/>
                <a:uLnTx/>
                <a:uFillTx/>
                <a:latin typeface="CiscoSansTT Light"/>
                <a:ea typeface="ＭＳ Ｐゴシック" charset="0"/>
                <a:cs typeface="CiscoSans"/>
              </a:rPr>
              <a:t>&lt;Insert Content&gt;</a:t>
            </a:r>
          </a:p>
        </p:txBody>
      </p:sp>
      <p:sp>
        <p:nvSpPr>
          <p:cNvPr id="69" name="Rounded Rectangle 68">
            <a:extLst>
              <a:ext uri="{FF2B5EF4-FFF2-40B4-BE49-F238E27FC236}">
                <a16:creationId xmlns:a16="http://schemas.microsoft.com/office/drawing/2014/main" id="{260EF3DB-C3DE-6593-1A77-17A8539CFD5E}"/>
              </a:ext>
            </a:extLst>
          </p:cNvPr>
          <p:cNvSpPr/>
          <p:nvPr/>
        </p:nvSpPr>
        <p:spPr>
          <a:xfrm>
            <a:off x="419590" y="8021125"/>
            <a:ext cx="6976610" cy="1036754"/>
          </a:xfrm>
          <a:prstGeom prst="roundRect">
            <a:avLst>
              <a:gd name="adj" fmla="val 9985"/>
            </a:avLst>
          </a:prstGeom>
          <a:solidFill>
            <a:schemeClr val="bg2">
              <a:lumMod val="95000"/>
              <a:alpha val="6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marL="0" marR="0" lvl="0" indent="0" algn="ctr" defTabSz="609559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414244"/>
              </a:solidFill>
              <a:effectLst/>
              <a:uLnTx/>
              <a:uFillTx/>
              <a:latin typeface="CiscoSansTT Light"/>
              <a:ea typeface="+mn-ea"/>
              <a:cs typeface="+mn-cs"/>
            </a:endParaRPr>
          </a:p>
        </p:txBody>
      </p:sp>
      <p:sp>
        <p:nvSpPr>
          <p:cNvPr id="71" name="Content Placeholder 2">
            <a:extLst>
              <a:ext uri="{FF2B5EF4-FFF2-40B4-BE49-F238E27FC236}">
                <a16:creationId xmlns:a16="http://schemas.microsoft.com/office/drawing/2014/main" id="{1DE35F5A-3EB2-8761-D7FF-18AB862646CF}"/>
              </a:ext>
            </a:extLst>
          </p:cNvPr>
          <p:cNvSpPr txBox="1">
            <a:spLocks/>
          </p:cNvSpPr>
          <p:nvPr/>
        </p:nvSpPr>
        <p:spPr>
          <a:xfrm>
            <a:off x="618999" y="8153286"/>
            <a:ext cx="6616985" cy="755632"/>
          </a:xfrm>
          <a:prstGeom prst="rect">
            <a:avLst/>
          </a:prstGeom>
        </p:spPr>
        <p:txBody>
          <a:bodyPr anchor="t">
            <a:noAutofit/>
          </a:bodyPr>
          <a:lstStyle>
            <a:lvl1pPr marL="226482" indent="-226482" algn="l" defTabSz="912276" rtl="0" eaLnBrk="1" fontAlgn="base" hangingPunct="1">
              <a:lnSpc>
                <a:spcPct val="95000"/>
              </a:lnSpc>
              <a:spcBef>
                <a:spcPts val="1433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Arial" charset="0"/>
              <a:buChar char="•"/>
              <a:defRPr lang="en-US" sz="2400" kern="1200" dirty="0">
                <a:solidFill>
                  <a:schemeClr val="bg2"/>
                </a:solidFill>
                <a:latin typeface="+mn-lt"/>
                <a:ea typeface="ＭＳ Ｐゴシック" charset="0"/>
                <a:cs typeface="CiscoSans"/>
              </a:defRPr>
            </a:lvl1pPr>
            <a:lvl2pPr marL="457200" indent="-227013" algn="l" defTabSz="912276" rtl="0" eaLnBrk="1" fontAlgn="base" hangingPunct="1">
              <a:lnSpc>
                <a:spcPct val="95000"/>
              </a:lnSpc>
              <a:spcBef>
                <a:spcPts val="800"/>
              </a:spcBef>
              <a:spcAft>
                <a:spcPct val="0"/>
              </a:spcAft>
              <a:buClr>
                <a:schemeClr val="accent1"/>
              </a:buClr>
              <a:buFont typeface="Arial" charset="0"/>
              <a:buChar char="•"/>
              <a:defRPr lang="en-US" sz="2000" kern="1200" dirty="0">
                <a:solidFill>
                  <a:schemeClr val="bg2"/>
                </a:solidFill>
                <a:latin typeface="+mn-lt"/>
                <a:ea typeface="ＭＳ Ｐゴシック" charset="0"/>
                <a:cs typeface="CiscoSans"/>
              </a:defRPr>
            </a:lvl2pPr>
            <a:lvl3pPr marL="569913" indent="-230188" algn="l" defTabSz="912276" rtl="0" eaLnBrk="1" fontAlgn="base" hangingPunct="1">
              <a:lnSpc>
                <a:spcPct val="95000"/>
              </a:lnSpc>
              <a:spcBef>
                <a:spcPts val="833"/>
              </a:spcBef>
              <a:spcAft>
                <a:spcPct val="0"/>
              </a:spcAft>
              <a:buClr>
                <a:schemeClr val="accent1"/>
              </a:buClr>
              <a:buFont typeface="Arial" charset="0"/>
              <a:buChar char="•"/>
              <a:defRPr lang="en-US" sz="1800" kern="1200" dirty="0">
                <a:solidFill>
                  <a:schemeClr val="bg2"/>
                </a:solidFill>
                <a:latin typeface="+mn-lt"/>
                <a:ea typeface="ＭＳ Ｐゴシック" charset="0"/>
                <a:cs typeface="CiscoSans"/>
              </a:defRPr>
            </a:lvl3pPr>
            <a:lvl4pPr marL="687388" indent="-230188" algn="l" defTabSz="912276" rtl="0" eaLnBrk="1" fontAlgn="base" hangingPunct="1">
              <a:lnSpc>
                <a:spcPct val="95000"/>
              </a:lnSpc>
              <a:spcBef>
                <a:spcPts val="833"/>
              </a:spcBef>
              <a:spcAft>
                <a:spcPct val="0"/>
              </a:spcAft>
              <a:buClr>
                <a:schemeClr val="accent1"/>
              </a:buClr>
              <a:buFont typeface="Arial" charset="0"/>
              <a:buChar char="•"/>
              <a:defRPr lang="en-US" sz="1600" kern="1200" dirty="0">
                <a:solidFill>
                  <a:schemeClr val="bg2"/>
                </a:solidFill>
                <a:latin typeface="+mn-lt"/>
                <a:ea typeface="ＭＳ Ｐゴシック" charset="0"/>
                <a:cs typeface="CiscoSans"/>
              </a:defRPr>
            </a:lvl4pPr>
            <a:lvl5pPr marL="801688" indent="-231775" algn="l" defTabSz="912276" rtl="0" eaLnBrk="1" fontAlgn="base" hangingPunct="1">
              <a:lnSpc>
                <a:spcPct val="95000"/>
              </a:lnSpc>
              <a:spcBef>
                <a:spcPts val="833"/>
              </a:spcBef>
              <a:spcAft>
                <a:spcPct val="0"/>
              </a:spcAft>
              <a:buClr>
                <a:schemeClr val="accent1"/>
              </a:buClr>
              <a:buFont typeface="Arial" charset="0"/>
              <a:buChar char="•"/>
              <a:defRPr lang="en-US" sz="1400" kern="1200" dirty="0">
                <a:solidFill>
                  <a:schemeClr val="bg2"/>
                </a:solidFill>
                <a:latin typeface="+mn-lt"/>
                <a:ea typeface="ＭＳ Ｐゴシック" charset="0"/>
                <a:cs typeface="CiscoSans"/>
              </a:defRPr>
            </a:lvl5pPr>
            <a:lvl6pPr marL="1151798" indent="-228592" algn="l" defTabSz="914362" rtl="0" eaLnBrk="1" latinLnBrk="0" hangingPunct="1">
              <a:spcBef>
                <a:spcPts val="800"/>
              </a:spcBef>
              <a:buFont typeface="Arial" pitchFamily="34" charset="0"/>
              <a:buChar char="•"/>
              <a:defRPr sz="12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47781" indent="-228561" algn="l" defTabSz="914362" rtl="0" eaLnBrk="1" latinLnBrk="0" hangingPunct="1">
              <a:spcBef>
                <a:spcPts val="800"/>
              </a:spcBef>
              <a:buFont typeface="Arial" pitchFamily="34" charset="0"/>
              <a:buChar char="•"/>
              <a:defRPr sz="1067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267" indent="0" algn="l" defTabSz="914362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38" indent="-228592" algn="l" defTabSz="91436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2276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BCEB"/>
              </a:buClr>
              <a:buSzPct val="90000"/>
              <a:buFont typeface="Arial" charset="0"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1182E"/>
                </a:solidFill>
                <a:effectLst/>
                <a:uLnTx/>
                <a:uFillTx/>
                <a:latin typeface="CiscoSansTT Light"/>
                <a:ea typeface="ＭＳ Ｐゴシック" charset="0"/>
                <a:cs typeface="CiscoSans"/>
              </a:rPr>
              <a:t>&lt;Insert Content&gt;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DA063981-F2D4-B689-D56A-A7EC2CEF1600}"/>
              </a:ext>
            </a:extLst>
          </p:cNvPr>
          <p:cNvSpPr txBox="1"/>
          <p:nvPr/>
        </p:nvSpPr>
        <p:spPr>
          <a:xfrm>
            <a:off x="376200" y="5163012"/>
            <a:ext cx="7020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solidFill>
                  <a:srgbClr val="07182D"/>
                </a:solidFill>
                <a:latin typeface="+mn-lt"/>
              </a:rPr>
              <a:t>Insert Topic</a:t>
            </a:r>
            <a:endParaRPr lang="en-US" sz="2800">
              <a:solidFill>
                <a:srgbClr val="07182D"/>
              </a:solidFill>
              <a:latin typeface="+mn-lt"/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13B91AE7-4B2B-1BE8-FFFC-AF86A1A18BC6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152829" y="9495785"/>
            <a:ext cx="490626" cy="17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52348" tIns="26173" rIns="52348" bIns="26173" anchor="b">
            <a:spAutoFit/>
          </a:bodyPr>
          <a:lstStyle/>
          <a:p>
            <a:pPr defTabSz="519128" fontAlgn="auto">
              <a:spcBef>
                <a:spcPts val="0"/>
              </a:spcBef>
              <a:spcAft>
                <a:spcPts val="0"/>
              </a:spcAft>
              <a:defRPr/>
            </a:pPr>
            <a:fld id="{9455A196-DBE5-CA43-A2D6-20DA7E97BD65}" type="slidenum">
              <a:rPr lang="en-US" sz="800" spc="17" baseline="0" smtClean="0">
                <a:latin typeface="CiscoSansTT" panose="020B0503020201020303" pitchFamily="34" charset="0"/>
                <a:ea typeface="+mn-ea"/>
                <a:cs typeface="CiscoSansTT" panose="020B0503020201020303" pitchFamily="34" charset="0"/>
              </a:rPr>
              <a:t>9</a:t>
            </a:fld>
            <a:endParaRPr lang="en-US" sz="800" spc="17" baseline="0">
              <a:latin typeface="CiscoSansTT" panose="020B0503020201020303" pitchFamily="34" charset="0"/>
              <a:ea typeface="+mn-ea"/>
              <a:cs typeface="CiscoSansTT" panose="020B0503020201020303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78E5184-B967-71E7-9D47-B4FBDB08B44E}"/>
              </a:ext>
            </a:extLst>
          </p:cNvPr>
          <p:cNvSpPr/>
          <p:nvPr/>
        </p:nvSpPr>
        <p:spPr>
          <a:xfrm>
            <a:off x="0" y="9892145"/>
            <a:ext cx="7772400" cy="166255"/>
          </a:xfrm>
          <a:prstGeom prst="rect">
            <a:avLst/>
          </a:prstGeom>
          <a:gradFill flip="none" rotWithShape="1">
            <a:gsLst>
              <a:gs pos="50000">
                <a:srgbClr val="FFAABD"/>
              </a:gs>
              <a:gs pos="10000">
                <a:srgbClr val="FFD755"/>
              </a:gs>
              <a:gs pos="90000">
                <a:srgbClr val="D73E45"/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BF2A04B-765A-82B8-2B89-A0E8C0B3C3EF}"/>
              </a:ext>
            </a:extLst>
          </p:cNvPr>
          <p:cNvSpPr txBox="1"/>
          <p:nvPr/>
        </p:nvSpPr>
        <p:spPr>
          <a:xfrm>
            <a:off x="378142" y="442317"/>
            <a:ext cx="30383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1182E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</a:rPr>
              <a:t>Human Resources</a:t>
            </a:r>
            <a:endParaRPr lang="en-IL" b="1" dirty="0">
              <a:solidFill>
                <a:srgbClr val="01182E"/>
              </a:solidFill>
              <a:latin typeface="Inter" panose="02000503000000020004" pitchFamily="2" charset="0"/>
              <a:ea typeface="Inter" panose="02000503000000020004" pitchFamily="2" charset="0"/>
              <a:cs typeface="Inter" panose="02000503000000020004" pitchFamily="2" charset="0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5C5829F-1FB1-7869-FE92-3ECCC99C1068}"/>
              </a:ext>
            </a:extLst>
          </p:cNvPr>
          <p:cNvCxnSpPr>
            <a:cxnSpLocks/>
          </p:cNvCxnSpPr>
          <p:nvPr/>
        </p:nvCxnSpPr>
        <p:spPr>
          <a:xfrm>
            <a:off x="457200" y="847907"/>
            <a:ext cx="6858000" cy="0"/>
          </a:xfrm>
          <a:prstGeom prst="line">
            <a:avLst/>
          </a:prstGeom>
          <a:solidFill>
            <a:schemeClr val="bg2">
              <a:lumMod val="95000"/>
              <a:alpha val="60000"/>
            </a:schemeClr>
          </a:solidFill>
          <a:ln w="12700">
            <a:gradFill flip="none" rotWithShape="1">
              <a:gsLst>
                <a:gs pos="10000">
                  <a:srgbClr val="FFD755"/>
                </a:gs>
                <a:gs pos="50000">
                  <a:srgbClr val="FFAABD"/>
                </a:gs>
                <a:gs pos="90000">
                  <a:srgbClr val="D73E45"/>
                </a:gs>
              </a:gsLst>
              <a:lin ang="1200000" scaled="0"/>
              <a:tileRect/>
            </a:gra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</p:spTree>
    <p:extLst>
      <p:ext uri="{BB962C8B-B14F-4D97-AF65-F5344CB8AC3E}">
        <p14:creationId xmlns:p14="http://schemas.microsoft.com/office/powerpoint/2010/main" val="24189552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Cisco Corporate Light Theme">
  <a:themeElements>
    <a:clrScheme name="Custom 6">
      <a:dk1>
        <a:srgbClr val="202122"/>
      </a:dk1>
      <a:lt1>
        <a:srgbClr val="414244"/>
      </a:lt1>
      <a:dk2>
        <a:srgbClr val="FFFFFF"/>
      </a:dk2>
      <a:lt2>
        <a:srgbClr val="0051AF"/>
      </a:lt2>
      <a:accent1>
        <a:srgbClr val="FFAABD"/>
      </a:accent1>
      <a:accent2>
        <a:srgbClr val="74BF4B"/>
      </a:accent2>
      <a:accent3>
        <a:srgbClr val="0051AF"/>
      </a:accent3>
      <a:accent4>
        <a:srgbClr val="E2E2E2"/>
      </a:accent4>
      <a:accent5>
        <a:srgbClr val="FBAB2C"/>
      </a:accent5>
      <a:accent6>
        <a:srgbClr val="E3241B"/>
      </a:accent6>
      <a:hlink>
        <a:srgbClr val="00B0F0"/>
      </a:hlink>
      <a:folHlink>
        <a:srgbClr val="FFAABD"/>
      </a:folHlink>
    </a:clrScheme>
    <a:fontScheme name="Custom 13">
      <a:majorFont>
        <a:latin typeface="CiscoSansTT ExtraLight"/>
        <a:ea typeface=""/>
        <a:cs typeface=""/>
      </a:majorFont>
      <a:minorFont>
        <a:latin typeface="CiscoSansTT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  <a:effectLst/>
      </a:spPr>
      <a:bodyPr lIns="45720" rIns="45720" rtlCol="0" anchor="ctr"/>
      <a:lstStyle>
        <a:defPPr algn="ctr">
          <a:defRPr dirty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>
          <a:defRPr dirty="0" smtClean="0">
            <a:latin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Cisco Corporate Light Theme" id="{41BE409A-0E88-4033-9A03-04D7F43E718F}" vid="{09A75BC4-F89F-4B8E-AF67-95000AD5150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700" row="6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41C12A1F-B576-445E-8CD4-7651EA925728}">
  <we:reference id="7d570271-b346-45bb-9db7-9681a383d749" version="1.0.0.632" store="EXCatalog" storeType="EXCatalog"/>
  <we:alternateReferences>
    <we:reference id="WA200004074" version="1.0.0.632" store="en-US" storeType="OMEX"/>
  </we:alternateReferences>
  <we:properties/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a5f04fe6-cd6c-4558-b31b-7c89ac0e086f">
      <Terms xmlns="http://schemas.microsoft.com/office/infopath/2007/PartnerControls"/>
    </lcf76f155ced4ddcb4097134ff3c332f>
    <TaxCatchAll xmlns="d1cf9380-992b-4c4e-945b-391d2dc7a860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8488F9D4A0C8A40B9C9723FB24B5DD1" ma:contentTypeVersion="18" ma:contentTypeDescription="Create a new document." ma:contentTypeScope="" ma:versionID="5f141f2ad275912441d76343f911978a">
  <xsd:schema xmlns:xsd="http://www.w3.org/2001/XMLSchema" xmlns:xs="http://www.w3.org/2001/XMLSchema" xmlns:p="http://schemas.microsoft.com/office/2006/metadata/properties" xmlns:ns2="d1cf9380-992b-4c4e-945b-391d2dc7a860" xmlns:ns3="a5f04fe6-cd6c-4558-b31b-7c89ac0e086f" targetNamespace="http://schemas.microsoft.com/office/2006/metadata/properties" ma:root="true" ma:fieldsID="9ad799d7d393db7de38e4b5f62810517" ns2:_="" ns3:_="">
    <xsd:import namespace="d1cf9380-992b-4c4e-945b-391d2dc7a860"/>
    <xsd:import namespace="a5f04fe6-cd6c-4558-b31b-7c89ac0e086f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3:lcf76f155ced4ddcb4097134ff3c332f" minOccurs="0"/>
                <xsd:element ref="ns2:TaxCatchAll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MediaLengthInSeconds" minOccurs="0"/>
                <xsd:element ref="ns3:MediaServiceObjectDetectorVersions" minOccurs="0"/>
                <xsd:element ref="ns3:MediaServiceSearchProperties" minOccurs="0"/>
                <xsd:element ref="ns3:MediaServiceBillingMetadata" minOccurs="0"/>
                <xsd:element ref="ns3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1cf9380-992b-4c4e-945b-391d2dc7a860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6" nillable="true" ma:displayName="Taxonomy Catch All Column" ma:hidden="true" ma:list="{7fd1cfde-46f4-4c0a-b4a9-d47a22360dd5}" ma:internalName="TaxCatchAll" ma:showField="CatchAllData" ma:web="d1cf9380-992b-4c4e-945b-391d2dc7a86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5f04fe6-cd6c-4558-b31b-7c89ac0e086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2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3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lcf76f155ced4ddcb4097134ff3c332f" ma:index="15" nillable="true" ma:taxonomy="true" ma:internalName="lcf76f155ced4ddcb4097134ff3c332f" ma:taxonomyFieldName="MediaServiceImageTags" ma:displayName="Image Tags" ma:readOnly="false" ma:fieldId="{5cf76f15-5ced-4ddc-b409-7134ff3c332f}" ma:taxonomyMulti="true" ma:sspId="710261dd-85c0-4e16-8580-30375acfae1f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20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2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4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Location" ma:index="25" nillable="true" ma:displayName="Location" ma:indexed="true" ma:internalName="MediaServiceLocatio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6B24D5A-011A-4746-8C0A-8B0C8A9BC07D}">
  <ds:schemaRefs>
    <ds:schemaRef ds:uri="http://schemas.openxmlformats.org/package/2006/metadata/core-properties"/>
    <ds:schemaRef ds:uri="http://schemas.microsoft.com/office/2006/documentManagement/types"/>
    <ds:schemaRef ds:uri="http://purl.org/dc/terms/"/>
    <ds:schemaRef ds:uri="http://purl.org/dc/elements/1.1/"/>
    <ds:schemaRef ds:uri="d1cf9380-992b-4c4e-945b-391d2dc7a860"/>
    <ds:schemaRef ds:uri="http://purl.org/dc/dcmitype/"/>
    <ds:schemaRef ds:uri="http://www.w3.org/XML/1998/namespace"/>
    <ds:schemaRef ds:uri="http://schemas.microsoft.com/office/infopath/2007/PartnerControls"/>
    <ds:schemaRef ds:uri="a5f04fe6-cd6c-4558-b31b-7c89ac0e086f"/>
    <ds:schemaRef ds:uri="http://schemas.microsoft.com/office/2006/metadata/properties"/>
  </ds:schemaRefs>
</ds:datastoreItem>
</file>

<file path=customXml/itemProps2.xml><?xml version="1.0" encoding="utf-8"?>
<ds:datastoreItem xmlns:ds="http://schemas.openxmlformats.org/officeDocument/2006/customXml" ds:itemID="{5336962E-5A01-4289-8F1B-FA954E49291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FA042FD1-AF3A-44BD-967E-F8D67D2BD9D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1cf9380-992b-4c4e-945b-391d2dc7a860"/>
    <ds:schemaRef ds:uri="a5f04fe6-cd6c-4558-b31b-7c89ac0e086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c8f49a32-fde3-48a5-9266-b5b0972a22dc}" enabled="1" method="Standard" siteId="{5ae1af62-9505-4097-a69a-c1553ef7840e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Film Burn</Template>
  <TotalTime>19</TotalTime>
  <Words>502</Words>
  <Application>Microsoft Office PowerPoint</Application>
  <PresentationFormat>Custom</PresentationFormat>
  <Paragraphs>172</Paragraphs>
  <Slides>9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Arial</vt:lpstr>
      <vt:lpstr>CiscoSansTT Light</vt:lpstr>
      <vt:lpstr>Aptos</vt:lpstr>
      <vt:lpstr>CiscoSansTT ExtraLight</vt:lpstr>
      <vt:lpstr>Inter</vt:lpstr>
      <vt:lpstr>CiscoSansTT</vt:lpstr>
      <vt:lpstr>Cisco Corporate Light Theme</vt:lpstr>
      <vt:lpstr>&lt;INSERT JOB AID TITLE&gt;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Drew Borresen -T (dborrese - KOVIM INC at Cisco)</dc:creator>
  <cp:lastModifiedBy>Yael Matan (ymatan)</cp:lastModifiedBy>
  <cp:revision>4</cp:revision>
  <cp:lastPrinted>2024-11-22T18:13:24Z</cp:lastPrinted>
  <dcterms:created xsi:type="dcterms:W3CDTF">2024-10-07T16:35:34Z</dcterms:created>
  <dcterms:modified xsi:type="dcterms:W3CDTF">2026-08-23T13:19:58Z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c8f49a32-fde3-48a5-9266-b5b0972a22dc_Enabled">
    <vt:lpwstr>true</vt:lpwstr>
  </property>
  <property fmtid="{D5CDD505-2E9C-101B-9397-08002B2CF9AE}" pid="3" name="MSIP_Label_c8f49a32-fde3-48a5-9266-b5b0972a22dc_SetDate">
    <vt:lpwstr>2024-10-09T11:53:18Z</vt:lpwstr>
  </property>
  <property fmtid="{D5CDD505-2E9C-101B-9397-08002B2CF9AE}" pid="4" name="MSIP_Label_c8f49a32-fde3-48a5-9266-b5b0972a22dc_Method">
    <vt:lpwstr>Standard</vt:lpwstr>
  </property>
  <property fmtid="{D5CDD505-2E9C-101B-9397-08002B2CF9AE}" pid="5" name="MSIP_Label_c8f49a32-fde3-48a5-9266-b5b0972a22dc_Name">
    <vt:lpwstr>Cisco Confidential</vt:lpwstr>
  </property>
  <property fmtid="{D5CDD505-2E9C-101B-9397-08002B2CF9AE}" pid="6" name="MSIP_Label_c8f49a32-fde3-48a5-9266-b5b0972a22dc_SiteId">
    <vt:lpwstr>5ae1af62-9505-4097-a69a-c1553ef7840e</vt:lpwstr>
  </property>
  <property fmtid="{D5CDD505-2E9C-101B-9397-08002B2CF9AE}" pid="7" name="MSIP_Label_c8f49a32-fde3-48a5-9266-b5b0972a22dc_ActionId">
    <vt:lpwstr>9d14d372-c060-440d-aee4-42c5956e82dc</vt:lpwstr>
  </property>
  <property fmtid="{D5CDD505-2E9C-101B-9397-08002B2CF9AE}" pid="8" name="MSIP_Label_c8f49a32-fde3-48a5-9266-b5b0972a22dc_ContentBits">
    <vt:lpwstr>2</vt:lpwstr>
  </property>
  <property fmtid="{D5CDD505-2E9C-101B-9397-08002B2CF9AE}" pid="9" name="ClassificationContentMarkingFooterLocations">
    <vt:lpwstr>Cisco Corporate Dark Theme:9</vt:lpwstr>
  </property>
  <property fmtid="{D5CDD505-2E9C-101B-9397-08002B2CF9AE}" pid="10" name="ClassificationContentMarkingFooterText">
    <vt:lpwstr>Cisco Confidential</vt:lpwstr>
  </property>
  <property fmtid="{D5CDD505-2E9C-101B-9397-08002B2CF9AE}" pid="11" name="ContentTypeId">
    <vt:lpwstr>0x01010008488F9D4A0C8A40B9C9723FB24B5DD1</vt:lpwstr>
  </property>
  <property fmtid="{D5CDD505-2E9C-101B-9397-08002B2CF9AE}" pid="12" name="MediaServiceImageTags">
    <vt:lpwstr/>
  </property>
</Properties>
</file>